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091629-38F6-497F-A4E3-31CA9B76213B}" v="181" dt="2024-02-19T00:59:07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72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youngwavy" userId="33438cb5ad7eb8d7" providerId="LiveId" clId="{75091629-38F6-497F-A4E3-31CA9B76213B}"/>
    <pc:docChg chg="undo custSel addSld delSld modSld addMainMaster delMainMaster">
      <pc:chgData name="Marcus youngwavy" userId="33438cb5ad7eb8d7" providerId="LiveId" clId="{75091629-38F6-497F-A4E3-31CA9B76213B}" dt="2024-02-19T00:59:46.927" v="5187" actId="27636"/>
      <pc:docMkLst>
        <pc:docMk/>
      </pc:docMkLst>
      <pc:sldChg chg="addSp delSp modSp new mod setBg modClrScheme setClrOvrMap chgLayout">
        <pc:chgData name="Marcus youngwavy" userId="33438cb5ad7eb8d7" providerId="LiveId" clId="{75091629-38F6-497F-A4E3-31CA9B76213B}" dt="2024-02-18T23:45:07.668" v="430" actId="2711"/>
        <pc:sldMkLst>
          <pc:docMk/>
          <pc:sldMk cId="1126456654" sldId="256"/>
        </pc:sldMkLst>
        <pc:spChg chg="mod ord">
          <ac:chgData name="Marcus youngwavy" userId="33438cb5ad7eb8d7" providerId="LiveId" clId="{75091629-38F6-497F-A4E3-31CA9B76213B}" dt="2024-02-18T23:45:07.668" v="430" actId="2711"/>
          <ac:spMkLst>
            <pc:docMk/>
            <pc:sldMk cId="1126456654" sldId="256"/>
            <ac:spMk id="2" creationId="{7FE95C60-24C1-5859-AB95-3B2236A80820}"/>
          </ac:spMkLst>
        </pc:spChg>
        <pc:spChg chg="mod">
          <ac:chgData name="Marcus youngwavy" userId="33438cb5ad7eb8d7" providerId="LiveId" clId="{75091629-38F6-497F-A4E3-31CA9B76213B}" dt="2024-02-18T23:45:01.998" v="429" actId="27636"/>
          <ac:spMkLst>
            <pc:docMk/>
            <pc:sldMk cId="1126456654" sldId="256"/>
            <ac:spMk id="3" creationId="{84025FE2-E6BB-5D20-94BD-6CF6F3CB5F01}"/>
          </ac:spMkLst>
        </pc:spChg>
        <pc:spChg chg="add del">
          <ac:chgData name="Marcus youngwavy" userId="33438cb5ad7eb8d7" providerId="LiveId" clId="{75091629-38F6-497F-A4E3-31CA9B76213B}" dt="2024-02-18T23:31:58.197" v="128" actId="26606"/>
          <ac:spMkLst>
            <pc:docMk/>
            <pc:sldMk cId="1126456654" sldId="256"/>
            <ac:spMk id="5" creationId="{038E7D36-B1C9-463C-983F-AEA5810A60D0}"/>
          </ac:spMkLst>
        </pc:spChg>
        <pc:spChg chg="add del">
          <ac:chgData name="Marcus youngwavy" userId="33438cb5ad7eb8d7" providerId="LiveId" clId="{75091629-38F6-497F-A4E3-31CA9B76213B}" dt="2024-02-18T23:31:58.197" v="128" actId="26606"/>
          <ac:spMkLst>
            <pc:docMk/>
            <pc:sldMk cId="1126456654" sldId="256"/>
            <ac:spMk id="6" creationId="{37B9A221-B33F-47C2-85FF-2C8F363D797B}"/>
          </ac:spMkLst>
        </pc:spChg>
        <pc:spChg chg="add del">
          <ac:chgData name="Marcus youngwavy" userId="33438cb5ad7eb8d7" providerId="LiveId" clId="{75091629-38F6-497F-A4E3-31CA9B76213B}" dt="2024-02-18T23:31:58.197" v="128" actId="26606"/>
          <ac:spMkLst>
            <pc:docMk/>
            <pc:sldMk cId="1126456654" sldId="256"/>
            <ac:spMk id="7" creationId="{CD0E0EF1-7626-4514-9337-271DD661B1EB}"/>
          </ac:spMkLst>
        </pc:spChg>
        <pc:spChg chg="add del">
          <ac:chgData name="Marcus youngwavy" userId="33438cb5ad7eb8d7" providerId="LiveId" clId="{75091629-38F6-497F-A4E3-31CA9B76213B}" dt="2024-02-18T23:31:58.197" v="128" actId="26606"/>
          <ac:spMkLst>
            <pc:docMk/>
            <pc:sldMk cId="1126456654" sldId="256"/>
            <ac:spMk id="8" creationId="{5F0B1492-9A00-4F80-8771-0BB2C2C4353C}"/>
          </ac:spMkLst>
        </pc:spChg>
        <pc:spChg chg="add del">
          <ac:chgData name="Marcus youngwavy" userId="33438cb5ad7eb8d7" providerId="LiveId" clId="{75091629-38F6-497F-A4E3-31CA9B76213B}" dt="2024-02-18T23:30:01.249" v="117" actId="26606"/>
          <ac:spMkLst>
            <pc:docMk/>
            <pc:sldMk cId="1126456654" sldId="256"/>
            <ac:spMk id="9" creationId="{4E1EF4E8-5513-4BF5-BC41-04645281C672}"/>
          </ac:spMkLst>
        </pc:spChg>
        <pc:spChg chg="add del">
          <ac:chgData name="Marcus youngwavy" userId="33438cb5ad7eb8d7" providerId="LiveId" clId="{75091629-38F6-497F-A4E3-31CA9B76213B}" dt="2024-02-18T23:30:01.249" v="117" actId="26606"/>
          <ac:spMkLst>
            <pc:docMk/>
            <pc:sldMk cId="1126456654" sldId="256"/>
            <ac:spMk id="11" creationId="{361EA5BB-A258-4E22-94F4-C79A441363DA}"/>
          </ac:spMkLst>
        </pc:spChg>
        <pc:spChg chg="add del">
          <ac:chgData name="Marcus youngwavy" userId="33438cb5ad7eb8d7" providerId="LiveId" clId="{75091629-38F6-497F-A4E3-31CA9B76213B}" dt="2024-02-18T23:30:01.249" v="117" actId="26606"/>
          <ac:spMkLst>
            <pc:docMk/>
            <pc:sldMk cId="1126456654" sldId="256"/>
            <ac:spMk id="13" creationId="{D4ABA013-0939-4293-B39F-3B85576FB884}"/>
          </ac:spMkLst>
        </pc:spChg>
        <pc:spChg chg="add del">
          <ac:chgData name="Marcus youngwavy" userId="33438cb5ad7eb8d7" providerId="LiveId" clId="{75091629-38F6-497F-A4E3-31CA9B76213B}" dt="2024-02-18T23:31:58.197" v="128" actId="26606"/>
          <ac:spMkLst>
            <pc:docMk/>
            <pc:sldMk cId="1126456654" sldId="256"/>
            <ac:spMk id="14" creationId="{B210AC1D-4063-4C6E-9528-FA9C4C0C18E6}"/>
          </ac:spMkLst>
        </pc:spChg>
        <pc:spChg chg="add del">
          <ac:chgData name="Marcus youngwavy" userId="33438cb5ad7eb8d7" providerId="LiveId" clId="{75091629-38F6-497F-A4E3-31CA9B76213B}" dt="2024-02-18T23:30:01.249" v="117" actId="26606"/>
          <ac:spMkLst>
            <pc:docMk/>
            <pc:sldMk cId="1126456654" sldId="256"/>
            <ac:spMk id="15" creationId="{51E206C0-387B-4108-8BD3-D98A4DA7ECEE}"/>
          </ac:spMkLst>
        </pc:spChg>
        <pc:spChg chg="add del">
          <ac:chgData name="Marcus youngwavy" userId="33438cb5ad7eb8d7" providerId="LiveId" clId="{75091629-38F6-497F-A4E3-31CA9B76213B}" dt="2024-02-18T23:30:01.249" v="117" actId="26606"/>
          <ac:spMkLst>
            <pc:docMk/>
            <pc:sldMk cId="1126456654" sldId="256"/>
            <ac:spMk id="17" creationId="{74A68384-D945-4F45-B9FB-C5A00DCC9344}"/>
          </ac:spMkLst>
        </pc:spChg>
        <pc:spChg chg="add del">
          <ac:chgData name="Marcus youngwavy" userId="33438cb5ad7eb8d7" providerId="LiveId" clId="{75091629-38F6-497F-A4E3-31CA9B76213B}" dt="2024-02-18T23:35:09.419" v="137" actId="26606"/>
          <ac:spMkLst>
            <pc:docMk/>
            <pc:sldMk cId="1126456654" sldId="256"/>
            <ac:spMk id="18" creationId="{4AA13AD3-0A4F-475A-BEBB-DEEFF5C096C3}"/>
          </ac:spMkLst>
        </pc:spChg>
        <pc:spChg chg="add del">
          <ac:chgData name="Marcus youngwavy" userId="33438cb5ad7eb8d7" providerId="LiveId" clId="{75091629-38F6-497F-A4E3-31CA9B76213B}" dt="2024-02-18T23:30:47.475" v="123" actId="26606"/>
          <ac:spMkLst>
            <pc:docMk/>
            <pc:sldMk cId="1126456654" sldId="256"/>
            <ac:spMk id="19" creationId="{F2E5B6AE-5EFE-45F0-A2AE-ED771CA3D7DD}"/>
          </ac:spMkLst>
        </pc:spChg>
        <pc:spChg chg="add del">
          <ac:chgData name="Marcus youngwavy" userId="33438cb5ad7eb8d7" providerId="LiveId" clId="{75091629-38F6-497F-A4E3-31CA9B76213B}" dt="2024-02-18T23:31:58.197" v="128" actId="26606"/>
          <ac:spMkLst>
            <pc:docMk/>
            <pc:sldMk cId="1126456654" sldId="256"/>
            <ac:spMk id="23" creationId="{02F8C595-E68C-4306-AED8-DC7826A0A506}"/>
          </ac:spMkLst>
        </pc:spChg>
        <pc:spChg chg="add del">
          <ac:chgData name="Marcus youngwavy" userId="33438cb5ad7eb8d7" providerId="LiveId" clId="{75091629-38F6-497F-A4E3-31CA9B76213B}" dt="2024-02-18T23:30:46.820" v="121" actId="26606"/>
          <ac:spMkLst>
            <pc:docMk/>
            <pc:sldMk cId="1126456654" sldId="256"/>
            <ac:spMk id="26" creationId="{A5F57220-B3BC-40FE-9FA8-28584D25CCCA}"/>
          </ac:spMkLst>
        </pc:spChg>
        <pc:spChg chg="add del">
          <ac:chgData name="Marcus youngwavy" userId="33438cb5ad7eb8d7" providerId="LiveId" clId="{75091629-38F6-497F-A4E3-31CA9B76213B}" dt="2024-02-18T23:30:46.820" v="121" actId="26606"/>
          <ac:spMkLst>
            <pc:docMk/>
            <pc:sldMk cId="1126456654" sldId="256"/>
            <ac:spMk id="28" creationId="{97E9903C-C291-4D13-914B-9B3CC5E21253}"/>
          </ac:spMkLst>
        </pc:spChg>
        <pc:spChg chg="add del">
          <ac:chgData name="Marcus youngwavy" userId="33438cb5ad7eb8d7" providerId="LiveId" clId="{75091629-38F6-497F-A4E3-31CA9B76213B}" dt="2024-02-18T23:35:44.959" v="141" actId="26606"/>
          <ac:spMkLst>
            <pc:docMk/>
            <pc:sldMk cId="1126456654" sldId="256"/>
            <ac:spMk id="31" creationId="{A5D0B0D3-D735-4619-AA45-B57B791E1744}"/>
          </ac:spMkLst>
        </pc:spChg>
        <pc:spChg chg="add del">
          <ac:chgData name="Marcus youngwavy" userId="33438cb5ad7eb8d7" providerId="LiveId" clId="{75091629-38F6-497F-A4E3-31CA9B76213B}" dt="2024-02-18T23:31:57.505" v="127" actId="26606"/>
          <ac:spMkLst>
            <pc:docMk/>
            <pc:sldMk cId="1126456654" sldId="256"/>
            <ac:spMk id="32" creationId="{8181FC64-B306-4821-98E2-780662EFC486}"/>
          </ac:spMkLst>
        </pc:spChg>
        <pc:spChg chg="add del">
          <ac:chgData name="Marcus youngwavy" userId="33438cb5ad7eb8d7" providerId="LiveId" clId="{75091629-38F6-497F-A4E3-31CA9B76213B}" dt="2024-02-18T23:31:57.505" v="127" actId="26606"/>
          <ac:spMkLst>
            <pc:docMk/>
            <pc:sldMk cId="1126456654" sldId="256"/>
            <ac:spMk id="34" creationId="{5871FC61-DD4E-47D4-81FD-8A7E7D12B371}"/>
          </ac:spMkLst>
        </pc:spChg>
        <pc:spChg chg="add del">
          <ac:chgData name="Marcus youngwavy" userId="33438cb5ad7eb8d7" providerId="LiveId" clId="{75091629-38F6-497F-A4E3-31CA9B76213B}" dt="2024-02-18T23:35:44.959" v="141" actId="26606"/>
          <ac:spMkLst>
            <pc:docMk/>
            <pc:sldMk cId="1126456654" sldId="256"/>
            <ac:spMk id="35" creationId="{CF7F2079-504C-499A-A644-58F4DDC7643B}"/>
          </ac:spMkLst>
        </pc:spChg>
        <pc:spChg chg="add del">
          <ac:chgData name="Marcus youngwavy" userId="33438cb5ad7eb8d7" providerId="LiveId" clId="{75091629-38F6-497F-A4E3-31CA9B76213B}" dt="2024-02-18T23:31:57.505" v="127" actId="26606"/>
          <ac:spMkLst>
            <pc:docMk/>
            <pc:sldMk cId="1126456654" sldId="256"/>
            <ac:spMk id="36" creationId="{8B598134-D292-43E6-9C55-117198046913}"/>
          </ac:spMkLst>
        </pc:spChg>
        <pc:spChg chg="add del">
          <ac:chgData name="Marcus youngwavy" userId="33438cb5ad7eb8d7" providerId="LiveId" clId="{75091629-38F6-497F-A4E3-31CA9B76213B}" dt="2024-02-18T23:31:57.505" v="127" actId="26606"/>
          <ac:spMkLst>
            <pc:docMk/>
            <pc:sldMk cId="1126456654" sldId="256"/>
            <ac:spMk id="38" creationId="{829A1E2C-5AC8-40FC-99E9-832069D39792}"/>
          </ac:spMkLst>
        </pc:spChg>
        <pc:spChg chg="add del">
          <ac:chgData name="Marcus youngwavy" userId="33438cb5ad7eb8d7" providerId="LiveId" clId="{75091629-38F6-497F-A4E3-31CA9B76213B}" dt="2024-02-18T23:35:58.224" v="143" actId="26606"/>
          <ac:spMkLst>
            <pc:docMk/>
            <pc:sldMk cId="1126456654" sldId="256"/>
            <ac:spMk id="40" creationId="{A5D0B0D3-D735-4619-AA45-B57B791E1744}"/>
          </ac:spMkLst>
        </pc:spChg>
        <pc:spChg chg="add del">
          <ac:chgData name="Marcus youngwavy" userId="33438cb5ad7eb8d7" providerId="LiveId" clId="{75091629-38F6-497F-A4E3-31CA9B76213B}" dt="2024-02-18T23:35:44.959" v="141" actId="26606"/>
          <ac:spMkLst>
            <pc:docMk/>
            <pc:sldMk cId="1126456654" sldId="256"/>
            <ac:spMk id="45" creationId="{3D505D40-32E9-4C48-81F8-AD80433BE6B7}"/>
          </ac:spMkLst>
        </pc:spChg>
        <pc:spChg chg="add del">
          <ac:chgData name="Marcus youngwavy" userId="33438cb5ad7eb8d7" providerId="LiveId" clId="{75091629-38F6-497F-A4E3-31CA9B76213B}" dt="2024-02-18T23:35:58.224" v="143" actId="26606"/>
          <ac:spMkLst>
            <pc:docMk/>
            <pc:sldMk cId="1126456654" sldId="256"/>
            <ac:spMk id="53" creationId="{CF7F2079-504C-499A-A644-58F4DDC7643B}"/>
          </ac:spMkLst>
        </pc:spChg>
        <pc:spChg chg="add del">
          <ac:chgData name="Marcus youngwavy" userId="33438cb5ad7eb8d7" providerId="LiveId" clId="{75091629-38F6-497F-A4E3-31CA9B76213B}" dt="2024-02-18T23:35:58.224" v="143" actId="26606"/>
          <ac:spMkLst>
            <pc:docMk/>
            <pc:sldMk cId="1126456654" sldId="256"/>
            <ac:spMk id="61" creationId="{3D505D40-32E9-4C48-81F8-AD80433BE6B7}"/>
          </ac:spMkLst>
        </pc:spChg>
        <pc:spChg chg="add del">
          <ac:chgData name="Marcus youngwavy" userId="33438cb5ad7eb8d7" providerId="LiveId" clId="{75091629-38F6-497F-A4E3-31CA9B76213B}" dt="2024-02-18T23:37:10.333" v="299" actId="26606"/>
          <ac:spMkLst>
            <pc:docMk/>
            <pc:sldMk cId="1126456654" sldId="256"/>
            <ac:spMk id="71" creationId="{956C5C09-0043-4549-B800-2101B70D667D}"/>
          </ac:spMkLst>
        </pc:spChg>
        <pc:spChg chg="add del">
          <ac:chgData name="Marcus youngwavy" userId="33438cb5ad7eb8d7" providerId="LiveId" clId="{75091629-38F6-497F-A4E3-31CA9B76213B}" dt="2024-02-18T23:37:10.333" v="299" actId="26606"/>
          <ac:spMkLst>
            <pc:docMk/>
            <pc:sldMk cId="1126456654" sldId="256"/>
            <ac:spMk id="72" creationId="{B7E2F724-2FB3-4D1D-A730-739B8654C030}"/>
          </ac:spMkLst>
        </pc:spChg>
        <pc:spChg chg="add del">
          <ac:chgData name="Marcus youngwavy" userId="33438cb5ad7eb8d7" providerId="LiveId" clId="{75091629-38F6-497F-A4E3-31CA9B76213B}" dt="2024-02-18T23:37:10.333" v="299" actId="26606"/>
          <ac:spMkLst>
            <pc:docMk/>
            <pc:sldMk cId="1126456654" sldId="256"/>
            <ac:spMk id="74" creationId="{B2C335F7-F61C-4EB4-80F2-4B1438FE66BB}"/>
          </ac:spMkLst>
        </pc:spChg>
        <pc:spChg chg="add del">
          <ac:chgData name="Marcus youngwavy" userId="33438cb5ad7eb8d7" providerId="LiveId" clId="{75091629-38F6-497F-A4E3-31CA9B76213B}" dt="2024-02-18T23:42:15.777" v="346" actId="26606"/>
          <ac:spMkLst>
            <pc:docMk/>
            <pc:sldMk cId="1126456654" sldId="256"/>
            <ac:spMk id="94" creationId="{D6F5F07B-A917-442C-82D5-5719737E9E68}"/>
          </ac:spMkLst>
        </pc:spChg>
        <pc:spChg chg="add del">
          <ac:chgData name="Marcus youngwavy" userId="33438cb5ad7eb8d7" providerId="LiveId" clId="{75091629-38F6-497F-A4E3-31CA9B76213B}" dt="2024-02-18T23:42:15.777" v="346" actId="26606"/>
          <ac:spMkLst>
            <pc:docMk/>
            <pc:sldMk cId="1126456654" sldId="256"/>
            <ac:spMk id="96" creationId="{B7E0C296-2B1B-4589-84EA-239D878496D5}"/>
          </ac:spMkLst>
        </pc:spChg>
        <pc:spChg chg="add del">
          <ac:chgData name="Marcus youngwavy" userId="33438cb5ad7eb8d7" providerId="LiveId" clId="{75091629-38F6-497F-A4E3-31CA9B76213B}" dt="2024-02-18T23:44:47.002" v="422" actId="26606"/>
          <ac:spMkLst>
            <pc:docMk/>
            <pc:sldMk cId="1126456654" sldId="256"/>
            <ac:spMk id="134" creationId="{B95B9BA8-1D69-4796-85F5-B6D0BD52354B}"/>
          </ac:spMkLst>
        </pc:spChg>
        <pc:spChg chg="add del">
          <ac:chgData name="Marcus youngwavy" userId="33438cb5ad7eb8d7" providerId="LiveId" clId="{75091629-38F6-497F-A4E3-31CA9B76213B}" dt="2024-02-18T23:44:47.002" v="422" actId="26606"/>
          <ac:spMkLst>
            <pc:docMk/>
            <pc:sldMk cId="1126456654" sldId="256"/>
            <ac:spMk id="135" creationId="{A027D562-8F7E-478A-942E-D959A950C55E}"/>
          </ac:spMkLst>
        </pc:spChg>
        <pc:spChg chg="add del">
          <ac:chgData name="Marcus youngwavy" userId="33438cb5ad7eb8d7" providerId="LiveId" clId="{75091629-38F6-497F-A4E3-31CA9B76213B}" dt="2024-02-18T23:37:49.091" v="304" actId="26606"/>
          <ac:spMkLst>
            <pc:docMk/>
            <pc:sldMk cId="1126456654" sldId="256"/>
            <ac:spMk id="137" creationId="{17121B47-384D-4AA6-BFEE-9EB117D2A4DA}"/>
          </ac:spMkLst>
        </pc:spChg>
        <pc:spChg chg="add del">
          <ac:chgData name="Marcus youngwavy" userId="33438cb5ad7eb8d7" providerId="LiveId" clId="{75091629-38F6-497F-A4E3-31CA9B76213B}" dt="2024-02-18T23:44:47.002" v="422" actId="26606"/>
          <ac:spMkLst>
            <pc:docMk/>
            <pc:sldMk cId="1126456654" sldId="256"/>
            <ac:spMk id="141" creationId="{48A28C56-2619-47F0-B448-9D145309B8BE}"/>
          </ac:spMkLst>
        </pc:spChg>
        <pc:spChg chg="add">
          <ac:chgData name="Marcus youngwavy" userId="33438cb5ad7eb8d7" providerId="LiveId" clId="{75091629-38F6-497F-A4E3-31CA9B76213B}" dt="2024-02-18T23:44:47.002" v="422" actId="26606"/>
          <ac:spMkLst>
            <pc:docMk/>
            <pc:sldMk cId="1126456654" sldId="256"/>
            <ac:spMk id="144" creationId="{247A131F-D5DE-41A5-B4CF-4F345319B40B}"/>
          </ac:spMkLst>
        </pc:spChg>
        <pc:spChg chg="add">
          <ac:chgData name="Marcus youngwavy" userId="33438cb5ad7eb8d7" providerId="LiveId" clId="{75091629-38F6-497F-A4E3-31CA9B76213B}" dt="2024-02-18T23:44:47.002" v="422" actId="26606"/>
          <ac:spMkLst>
            <pc:docMk/>
            <pc:sldMk cId="1126456654" sldId="256"/>
            <ac:spMk id="145" creationId="{3AF4666D-BD98-40A5-A75F-478B982010B2}"/>
          </ac:spMkLst>
        </pc:spChg>
        <pc:spChg chg="add del">
          <ac:chgData name="Marcus youngwavy" userId="33438cb5ad7eb8d7" providerId="LiveId" clId="{75091629-38F6-497F-A4E3-31CA9B76213B}" dt="2024-02-18T23:42:53.812" v="351" actId="26606"/>
          <ac:spMkLst>
            <pc:docMk/>
            <pc:sldMk cId="1126456654" sldId="256"/>
            <ac:spMk id="146" creationId="{8F626F98-F213-4034-8836-88A71501D0F0}"/>
          </ac:spMkLst>
        </pc:spChg>
        <pc:spChg chg="add del">
          <ac:chgData name="Marcus youngwavy" userId="33438cb5ad7eb8d7" providerId="LiveId" clId="{75091629-38F6-497F-A4E3-31CA9B76213B}" dt="2024-02-18T23:42:53.812" v="351" actId="26606"/>
          <ac:spMkLst>
            <pc:docMk/>
            <pc:sldMk cId="1126456654" sldId="256"/>
            <ac:spMk id="148" creationId="{6B3DAACF-D844-4480-94BE-2DE00ABEEB13}"/>
          </ac:spMkLst>
        </pc:spChg>
        <pc:spChg chg="add">
          <ac:chgData name="Marcus youngwavy" userId="33438cb5ad7eb8d7" providerId="LiveId" clId="{75091629-38F6-497F-A4E3-31CA9B76213B}" dt="2024-02-18T23:44:47.002" v="422" actId="26606"/>
          <ac:spMkLst>
            <pc:docMk/>
            <pc:sldMk cId="1126456654" sldId="256"/>
            <ac:spMk id="150" creationId="{68680585-71F9-4721-A998-4974171D2EB4}"/>
          </ac:spMkLst>
        </pc:spChg>
        <pc:spChg chg="add">
          <ac:chgData name="Marcus youngwavy" userId="33438cb5ad7eb8d7" providerId="LiveId" clId="{75091629-38F6-497F-A4E3-31CA9B76213B}" dt="2024-02-18T23:44:47.002" v="422" actId="26606"/>
          <ac:spMkLst>
            <pc:docMk/>
            <pc:sldMk cId="1126456654" sldId="256"/>
            <ac:spMk id="152" creationId="{12BC95C2-2EEC-4F59-ABA8-660B0D059CCF}"/>
          </ac:spMkLst>
        </pc:spChg>
        <pc:spChg chg="add">
          <ac:chgData name="Marcus youngwavy" userId="33438cb5ad7eb8d7" providerId="LiveId" clId="{75091629-38F6-497F-A4E3-31CA9B76213B}" dt="2024-02-18T23:44:47.002" v="422" actId="26606"/>
          <ac:spMkLst>
            <pc:docMk/>
            <pc:sldMk cId="1126456654" sldId="256"/>
            <ac:spMk id="172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8T23:44:47.002" v="422" actId="26606"/>
          <ac:spMkLst>
            <pc:docMk/>
            <pc:sldMk cId="1126456654" sldId="256"/>
            <ac:spMk id="174" creationId="{FBFC6891-CBA5-427E-98AC-BF56BB033089}"/>
          </ac:spMkLst>
        </pc:spChg>
        <pc:spChg chg="add del">
          <ac:chgData name="Marcus youngwavy" userId="33438cb5ad7eb8d7" providerId="LiveId" clId="{75091629-38F6-497F-A4E3-31CA9B76213B}" dt="2024-02-18T23:41:58.865" v="344" actId="26606"/>
          <ac:spMkLst>
            <pc:docMk/>
            <pc:sldMk cId="1126456654" sldId="256"/>
            <ac:spMk id="343" creationId="{58789E63-C78D-4210-8A38-DD6FB3B6BACD}"/>
          </ac:spMkLst>
        </pc:spChg>
        <pc:spChg chg="add del">
          <ac:chgData name="Marcus youngwavy" userId="33438cb5ad7eb8d7" providerId="LiveId" clId="{75091629-38F6-497F-A4E3-31CA9B76213B}" dt="2024-02-18T23:41:58.865" v="344" actId="26606"/>
          <ac:spMkLst>
            <pc:docMk/>
            <pc:sldMk cId="1126456654" sldId="256"/>
            <ac:spMk id="344" creationId="{933BD51B-53C3-4AA2-8BD3-AFDF9E98BA46}"/>
          </ac:spMkLst>
        </pc:spChg>
        <pc:grpChg chg="add del">
          <ac:chgData name="Marcus youngwavy" userId="33438cb5ad7eb8d7" providerId="LiveId" clId="{75091629-38F6-497F-A4E3-31CA9B76213B}" dt="2024-02-18T23:35:44.959" v="141" actId="26606"/>
          <ac:grpSpMkLst>
            <pc:docMk/>
            <pc:sldMk cId="1126456654" sldId="256"/>
            <ac:grpSpMk id="37" creationId="{DBBA0A0D-8F6A-400A-9E49-8C008E2C7DB1}"/>
          </ac:grpSpMkLst>
        </pc:grpChg>
        <pc:grpChg chg="add del">
          <ac:chgData name="Marcus youngwavy" userId="33438cb5ad7eb8d7" providerId="LiveId" clId="{75091629-38F6-497F-A4E3-31CA9B76213B}" dt="2024-02-18T23:35:44.959" v="141" actId="26606"/>
          <ac:grpSpMkLst>
            <pc:docMk/>
            <pc:sldMk cId="1126456654" sldId="256"/>
            <ac:grpSpMk id="46" creationId="{C507BF36-B92B-4CAC-BCA7-8364B51E1F09}"/>
          </ac:grpSpMkLst>
        </pc:grpChg>
        <pc:grpChg chg="add del">
          <ac:chgData name="Marcus youngwavy" userId="33438cb5ad7eb8d7" providerId="LiveId" clId="{75091629-38F6-497F-A4E3-31CA9B76213B}" dt="2024-02-18T23:35:58.224" v="143" actId="26606"/>
          <ac:grpSpMkLst>
            <pc:docMk/>
            <pc:sldMk cId="1126456654" sldId="256"/>
            <ac:grpSpMk id="54" creationId="{DBBA0A0D-8F6A-400A-9E49-8C008E2C7DB1}"/>
          </ac:grpSpMkLst>
        </pc:grpChg>
        <pc:grpChg chg="add del">
          <ac:chgData name="Marcus youngwavy" userId="33438cb5ad7eb8d7" providerId="LiveId" clId="{75091629-38F6-497F-A4E3-31CA9B76213B}" dt="2024-02-18T23:35:58.224" v="143" actId="26606"/>
          <ac:grpSpMkLst>
            <pc:docMk/>
            <pc:sldMk cId="1126456654" sldId="256"/>
            <ac:grpSpMk id="62" creationId="{C507BF36-B92B-4CAC-BCA7-8364B51E1F09}"/>
          </ac:grpSpMkLst>
        </pc:grpChg>
        <pc:grpChg chg="add del">
          <ac:chgData name="Marcus youngwavy" userId="33438cb5ad7eb8d7" providerId="LiveId" clId="{75091629-38F6-497F-A4E3-31CA9B76213B}" dt="2024-02-18T23:42:15.777" v="346" actId="26606"/>
          <ac:grpSpMkLst>
            <pc:docMk/>
            <pc:sldMk cId="1126456654" sldId="256"/>
            <ac:grpSpMk id="97" creationId="{3CDD339A-0D5C-435F-B70C-6498DB974BEE}"/>
          </ac:grpSpMkLst>
        </pc:grpChg>
        <pc:grpChg chg="add del">
          <ac:chgData name="Marcus youngwavy" userId="33438cb5ad7eb8d7" providerId="LiveId" clId="{75091629-38F6-497F-A4E3-31CA9B76213B}" dt="2024-02-18T23:37:49.091" v="304" actId="26606"/>
          <ac:grpSpMkLst>
            <pc:docMk/>
            <pc:sldMk cId="1126456654" sldId="256"/>
            <ac:grpSpMk id="139" creationId="{2CB9C70C-9B50-4D83-B8B9-1A0FFA2CB1A5}"/>
          </ac:grpSpMkLst>
        </pc:grpChg>
        <pc:grpChg chg="add">
          <ac:chgData name="Marcus youngwavy" userId="33438cb5ad7eb8d7" providerId="LiveId" clId="{75091629-38F6-497F-A4E3-31CA9B76213B}" dt="2024-02-18T23:44:47.002" v="422" actId="26606"/>
          <ac:grpSpMkLst>
            <pc:docMk/>
            <pc:sldMk cId="1126456654" sldId="256"/>
            <ac:grpSpMk id="154" creationId="{03E9870D-4BBA-43AF-8D44-BBADF020CFF6}"/>
          </ac:grpSpMkLst>
        </pc:grpChg>
        <pc:grpChg chg="add">
          <ac:chgData name="Marcus youngwavy" userId="33438cb5ad7eb8d7" providerId="LiveId" clId="{75091629-38F6-497F-A4E3-31CA9B76213B}" dt="2024-02-18T23:44:47.002" v="422" actId="26606"/>
          <ac:grpSpMkLst>
            <pc:docMk/>
            <pc:sldMk cId="1126456654" sldId="256"/>
            <ac:grpSpMk id="163" creationId="{C3279E8D-2BAA-4CB1-834B-09FADD54DE56}"/>
          </ac:grpSpMkLst>
        </pc:grpChg>
        <pc:grpChg chg="add">
          <ac:chgData name="Marcus youngwavy" userId="33438cb5ad7eb8d7" providerId="LiveId" clId="{75091629-38F6-497F-A4E3-31CA9B76213B}" dt="2024-02-18T23:44:47.002" v="422" actId="26606"/>
          <ac:grpSpMkLst>
            <pc:docMk/>
            <pc:sldMk cId="1126456654" sldId="256"/>
            <ac:grpSpMk id="176" creationId="{4CD73DBB-9AC8-4BE7-AA43-995A7495D73C}"/>
          </ac:grpSpMkLst>
        </pc:grpChg>
        <pc:grpChg chg="add">
          <ac:chgData name="Marcus youngwavy" userId="33438cb5ad7eb8d7" providerId="LiveId" clId="{75091629-38F6-497F-A4E3-31CA9B76213B}" dt="2024-02-18T23:44:47.002" v="422" actId="26606"/>
          <ac:grpSpMkLst>
            <pc:docMk/>
            <pc:sldMk cId="1126456654" sldId="256"/>
            <ac:grpSpMk id="188" creationId="{AAFDD3F2-C28D-4186-A9F0-DA324412D571}"/>
          </ac:grpSpMkLst>
        </pc:grpChg>
        <pc:grpChg chg="add del">
          <ac:chgData name="Marcus youngwavy" userId="33438cb5ad7eb8d7" providerId="LiveId" clId="{75091629-38F6-497F-A4E3-31CA9B76213B}" dt="2024-02-18T23:41:58.865" v="344" actId="26606"/>
          <ac:grpSpMkLst>
            <pc:docMk/>
            <pc:sldMk cId="1126456654" sldId="256"/>
            <ac:grpSpMk id="345" creationId="{C94FD3EC-1310-4AD0-9781-ECB252862C7E}"/>
          </ac:grpSpMkLst>
        </pc:grpChg>
        <pc:picChg chg="add del">
          <ac:chgData name="Marcus youngwavy" userId="33438cb5ad7eb8d7" providerId="LiveId" clId="{75091629-38F6-497F-A4E3-31CA9B76213B}" dt="2024-02-18T23:30:01.249" v="117" actId="26606"/>
          <ac:picMkLst>
            <pc:docMk/>
            <pc:sldMk cId="1126456654" sldId="256"/>
            <ac:picMk id="4" creationId="{DB34613D-DB49-5421-0AF8-0A2A23B3383F}"/>
          </ac:picMkLst>
        </pc:picChg>
        <pc:picChg chg="add del mod">
          <ac:chgData name="Marcus youngwavy" userId="33438cb5ad7eb8d7" providerId="LiveId" clId="{75091629-38F6-497F-A4E3-31CA9B76213B}" dt="2024-02-18T23:31:58.197" v="128" actId="26606"/>
          <ac:picMkLst>
            <pc:docMk/>
            <pc:sldMk cId="1126456654" sldId="256"/>
            <ac:picMk id="16" creationId="{10AB1811-1C06-10A1-BB7E-B4B42ECADEDB}"/>
          </ac:picMkLst>
        </pc:picChg>
        <pc:picChg chg="add del mod ord">
          <ac:chgData name="Marcus youngwavy" userId="33438cb5ad7eb8d7" providerId="LiveId" clId="{75091629-38F6-497F-A4E3-31CA9B76213B}" dt="2024-02-18T23:30:47.475" v="123" actId="26606"/>
          <ac:picMkLst>
            <pc:docMk/>
            <pc:sldMk cId="1126456654" sldId="256"/>
            <ac:picMk id="21" creationId="{8BB5B9C2-EDA0-2B63-5EE0-427C7F60D284}"/>
          </ac:picMkLst>
        </pc:picChg>
        <pc:picChg chg="add del">
          <ac:chgData name="Marcus youngwavy" userId="33438cb5ad7eb8d7" providerId="LiveId" clId="{75091629-38F6-497F-A4E3-31CA9B76213B}" dt="2024-02-18T23:35:09.419" v="137" actId="26606"/>
          <ac:picMkLst>
            <pc:docMk/>
            <pc:sldMk cId="1126456654" sldId="256"/>
            <ac:picMk id="22" creationId="{AC21D226-45FC-2ACC-1CD1-AE9B8C23D1CB}"/>
          </ac:picMkLst>
        </pc:picChg>
        <pc:picChg chg="add del">
          <ac:chgData name="Marcus youngwavy" userId="33438cb5ad7eb8d7" providerId="LiveId" clId="{75091629-38F6-497F-A4E3-31CA9B76213B}" dt="2024-02-18T23:35:44.959" v="141" actId="26606"/>
          <ac:picMkLst>
            <pc:docMk/>
            <pc:sldMk cId="1126456654" sldId="256"/>
            <ac:picMk id="33" creationId="{C731B960-8FBF-0087-A73C-810943EF1CEB}"/>
          </ac:picMkLst>
        </pc:picChg>
        <pc:picChg chg="add del">
          <ac:chgData name="Marcus youngwavy" userId="33438cb5ad7eb8d7" providerId="LiveId" clId="{75091629-38F6-497F-A4E3-31CA9B76213B}" dt="2024-02-18T23:35:58.224" v="143" actId="26606"/>
          <ac:picMkLst>
            <pc:docMk/>
            <pc:sldMk cId="1126456654" sldId="256"/>
            <ac:picMk id="52" creationId="{A4CD4D9B-CD7B-F3F5-1D48-DF559482ED07}"/>
          </ac:picMkLst>
        </pc:picChg>
        <pc:picChg chg="add del mod">
          <ac:chgData name="Marcus youngwavy" userId="33438cb5ad7eb8d7" providerId="LiveId" clId="{75091629-38F6-497F-A4E3-31CA9B76213B}" dt="2024-02-18T23:37:10.333" v="299" actId="26606"/>
          <ac:picMkLst>
            <pc:docMk/>
            <pc:sldMk cId="1126456654" sldId="256"/>
            <ac:picMk id="73" creationId="{6C5D4F95-898E-A461-AAC9-792FC0E19CFB}"/>
          </ac:picMkLst>
        </pc:picChg>
        <pc:picChg chg="add del mod ord">
          <ac:chgData name="Marcus youngwavy" userId="33438cb5ad7eb8d7" providerId="LiveId" clId="{75091629-38F6-497F-A4E3-31CA9B76213B}" dt="2024-02-18T23:42:30.995" v="347" actId="478"/>
          <ac:picMkLst>
            <pc:docMk/>
            <pc:sldMk cId="1126456654" sldId="256"/>
            <ac:picMk id="95" creationId="{5D9F0921-B481-5B61-193C-E992706E498C}"/>
          </ac:picMkLst>
        </pc:picChg>
        <pc:picChg chg="add del">
          <ac:chgData name="Marcus youngwavy" userId="33438cb5ad7eb8d7" providerId="LiveId" clId="{75091629-38F6-497F-A4E3-31CA9B76213B}" dt="2024-02-18T23:42:53.812" v="351" actId="26606"/>
          <ac:picMkLst>
            <pc:docMk/>
            <pc:sldMk cId="1126456654" sldId="256"/>
            <ac:picMk id="143" creationId="{A3C584C9-CAE8-AA07-0D58-AC37F2C4F8CE}"/>
          </ac:picMkLst>
        </pc:picChg>
        <pc:picChg chg="add">
          <ac:chgData name="Marcus youngwavy" userId="33438cb5ad7eb8d7" providerId="LiveId" clId="{75091629-38F6-497F-A4E3-31CA9B76213B}" dt="2024-02-18T23:44:47.002" v="422" actId="26606"/>
          <ac:picMkLst>
            <pc:docMk/>
            <pc:sldMk cId="1126456654" sldId="256"/>
            <ac:picMk id="147" creationId="{DC203CEB-151C-F84A-765B-B3AA692F40E2}"/>
          </ac:picMkLst>
        </pc:picChg>
        <pc:cxnChg chg="add del">
          <ac:chgData name="Marcus youngwavy" userId="33438cb5ad7eb8d7" providerId="LiveId" clId="{75091629-38F6-497F-A4E3-31CA9B76213B}" dt="2024-02-18T23:31:58.197" v="128" actId="26606"/>
          <ac:cxnSpMkLst>
            <pc:docMk/>
            <pc:sldMk cId="1126456654" sldId="256"/>
            <ac:cxnSpMk id="10" creationId="{7FAC7B62-8ACC-41ED-80AB-8D1CDF38B9E4}"/>
          </ac:cxnSpMkLst>
        </pc:cxnChg>
        <pc:cxnChg chg="add del">
          <ac:chgData name="Marcus youngwavy" userId="33438cb5ad7eb8d7" providerId="LiveId" clId="{75091629-38F6-497F-A4E3-31CA9B76213B}" dt="2024-02-18T23:31:58.197" v="128" actId="26606"/>
          <ac:cxnSpMkLst>
            <pc:docMk/>
            <pc:sldMk cId="1126456654" sldId="256"/>
            <ac:cxnSpMk id="12" creationId="{945FF525-9A83-4625-99D9-B267BDE077E7}"/>
          </ac:cxnSpMkLst>
        </pc:cxnChg>
        <pc:cxnChg chg="add del">
          <ac:chgData name="Marcus youngwavy" userId="33438cb5ad7eb8d7" providerId="LiveId" clId="{75091629-38F6-497F-A4E3-31CA9B76213B}" dt="2024-02-18T23:30:47.475" v="123" actId="26606"/>
          <ac:cxnSpMkLst>
            <pc:docMk/>
            <pc:sldMk cId="1126456654" sldId="256"/>
            <ac:cxnSpMk id="20" creationId="{D255B435-D9F3-4A31-B89E-36741390DB4B}"/>
          </ac:cxnSpMkLst>
        </pc:cxnChg>
        <pc:cxnChg chg="add del">
          <ac:chgData name="Marcus youngwavy" userId="33438cb5ad7eb8d7" providerId="LiveId" clId="{75091629-38F6-497F-A4E3-31CA9B76213B}" dt="2024-02-18T23:31:58.197" v="128" actId="26606"/>
          <ac:cxnSpMkLst>
            <pc:docMk/>
            <pc:sldMk cId="1126456654" sldId="256"/>
            <ac:cxnSpMk id="25" creationId="{E58B1629-F209-47B0-BA59-6BD937DBB08F}"/>
          </ac:cxnSpMkLst>
        </pc:cxnChg>
        <pc:cxnChg chg="add del">
          <ac:chgData name="Marcus youngwavy" userId="33438cb5ad7eb8d7" providerId="LiveId" clId="{75091629-38F6-497F-A4E3-31CA9B76213B}" dt="2024-02-18T23:31:57.505" v="127" actId="26606"/>
          <ac:cxnSpMkLst>
            <pc:docMk/>
            <pc:sldMk cId="1126456654" sldId="256"/>
            <ac:cxnSpMk id="27" creationId="{430127AE-B29E-4FDF-99D2-A2F1E7003F74}"/>
          </ac:cxnSpMkLst>
        </pc:cxnChg>
        <pc:cxnChg chg="add del">
          <ac:chgData name="Marcus youngwavy" userId="33438cb5ad7eb8d7" providerId="LiveId" clId="{75091629-38F6-497F-A4E3-31CA9B76213B}" dt="2024-02-18T23:30:46.820" v="121" actId="26606"/>
          <ac:cxnSpMkLst>
            <pc:docMk/>
            <pc:sldMk cId="1126456654" sldId="256"/>
            <ac:cxnSpMk id="30" creationId="{E162CD6F-E89D-4CC2-BA38-20EB86002FDE}"/>
          </ac:cxnSpMkLst>
        </pc:cxnChg>
      </pc:sldChg>
      <pc:sldChg chg="new add del">
        <pc:chgData name="Marcus youngwavy" userId="33438cb5ad7eb8d7" providerId="LiveId" clId="{75091629-38F6-497F-A4E3-31CA9B76213B}" dt="2024-02-18T23:39:22.070" v="339" actId="680"/>
        <pc:sldMkLst>
          <pc:docMk/>
          <pc:sldMk cId="24006434" sldId="257"/>
        </pc:sldMkLst>
      </pc:sldChg>
      <pc:sldChg chg="new del">
        <pc:chgData name="Marcus youngwavy" userId="33438cb5ad7eb8d7" providerId="LiveId" clId="{75091629-38F6-497F-A4E3-31CA9B76213B}" dt="2024-02-18T23:37:08.008" v="296" actId="680"/>
        <pc:sldMkLst>
          <pc:docMk/>
          <pc:sldMk cId="1222073132" sldId="257"/>
        </pc:sldMkLst>
      </pc:sldChg>
      <pc:sldChg chg="new del">
        <pc:chgData name="Marcus youngwavy" userId="33438cb5ad7eb8d7" providerId="LiveId" clId="{75091629-38F6-497F-A4E3-31CA9B76213B}" dt="2024-02-18T23:42:50.485" v="350" actId="680"/>
        <pc:sldMkLst>
          <pc:docMk/>
          <pc:sldMk cId="1241699708" sldId="257"/>
        </pc:sldMkLst>
      </pc:sldChg>
      <pc:sldChg chg="new add del setBg">
        <pc:chgData name="Marcus youngwavy" userId="33438cb5ad7eb8d7" providerId="LiveId" clId="{75091629-38F6-497F-A4E3-31CA9B76213B}" dt="2024-02-18T23:39:20.048" v="337" actId="680"/>
        <pc:sldMkLst>
          <pc:docMk/>
          <pc:sldMk cId="1303442538" sldId="257"/>
        </pc:sldMkLst>
      </pc:sldChg>
      <pc:sldChg chg="addSp delSp modSp new mod setBg">
        <pc:chgData name="Marcus youngwavy" userId="33438cb5ad7eb8d7" providerId="LiveId" clId="{75091629-38F6-497F-A4E3-31CA9B76213B}" dt="2024-02-19T00:30:22.673" v="4683" actId="2711"/>
        <pc:sldMkLst>
          <pc:docMk/>
          <pc:sldMk cId="1948411649" sldId="257"/>
        </pc:sldMkLst>
        <pc:spChg chg="mod">
          <ac:chgData name="Marcus youngwavy" userId="33438cb5ad7eb8d7" providerId="LiveId" clId="{75091629-38F6-497F-A4E3-31CA9B76213B}" dt="2024-02-18T23:47:00.327" v="538" actId="2711"/>
          <ac:spMkLst>
            <pc:docMk/>
            <pc:sldMk cId="1948411649" sldId="257"/>
            <ac:spMk id="2" creationId="{E627B841-6C30-3F43-2370-BB8D9FB7CD32}"/>
          </ac:spMkLst>
        </pc:spChg>
        <pc:spChg chg="del mod">
          <ac:chgData name="Marcus youngwavy" userId="33438cb5ad7eb8d7" providerId="LiveId" clId="{75091629-38F6-497F-A4E3-31CA9B76213B}" dt="2024-02-19T00:29:59.215" v="4679" actId="26606"/>
          <ac:spMkLst>
            <pc:docMk/>
            <pc:sldMk cId="1948411649" sldId="257"/>
            <ac:spMk id="3" creationId="{B6E517CB-AF56-970B-9166-148997F08E38}"/>
          </ac:spMkLst>
        </pc:spChg>
        <pc:graphicFrameChg chg="add mod">
          <ac:chgData name="Marcus youngwavy" userId="33438cb5ad7eb8d7" providerId="LiveId" clId="{75091629-38F6-497F-A4E3-31CA9B76213B}" dt="2024-02-19T00:30:22.673" v="4683" actId="2711"/>
          <ac:graphicFrameMkLst>
            <pc:docMk/>
            <pc:sldMk cId="1948411649" sldId="257"/>
            <ac:graphicFrameMk id="5" creationId="{0D2D2603-DC57-3F53-87EC-E442D0413A33}"/>
          </ac:graphicFrameMkLst>
        </pc:graphicFrameChg>
      </pc:sldChg>
      <pc:sldChg chg="new add del">
        <pc:chgData name="Marcus youngwavy" userId="33438cb5ad7eb8d7" providerId="LiveId" clId="{75091629-38F6-497F-A4E3-31CA9B76213B}" dt="2024-02-18T23:41:59.565" v="345" actId="680"/>
        <pc:sldMkLst>
          <pc:docMk/>
          <pc:sldMk cId="2236276853" sldId="257"/>
        </pc:sldMkLst>
      </pc:sldChg>
      <pc:sldChg chg="new del">
        <pc:chgData name="Marcus youngwavy" userId="33438cb5ad7eb8d7" providerId="LiveId" clId="{75091629-38F6-497F-A4E3-31CA9B76213B}" dt="2024-02-18T23:35:44.460" v="140" actId="680"/>
        <pc:sldMkLst>
          <pc:docMk/>
          <pc:sldMk cId="3059568843" sldId="257"/>
        </pc:sldMkLst>
      </pc:sldChg>
      <pc:sldChg chg="new del">
        <pc:chgData name="Marcus youngwavy" userId="33438cb5ad7eb8d7" providerId="LiveId" clId="{75091629-38F6-497F-A4E3-31CA9B76213B}" dt="2024-02-18T23:30:47.160" v="122" actId="680"/>
        <pc:sldMkLst>
          <pc:docMk/>
          <pc:sldMk cId="4218478488" sldId="257"/>
        </pc:sldMkLst>
      </pc:sldChg>
      <pc:sldChg chg="addSp delSp modSp new mod setBg">
        <pc:chgData name="Marcus youngwavy" userId="33438cb5ad7eb8d7" providerId="LiveId" clId="{75091629-38F6-497F-A4E3-31CA9B76213B}" dt="2024-02-19T00:31:03.823" v="4689" actId="2711"/>
        <pc:sldMkLst>
          <pc:docMk/>
          <pc:sldMk cId="3229671690" sldId="258"/>
        </pc:sldMkLst>
        <pc:spChg chg="mod">
          <ac:chgData name="Marcus youngwavy" userId="33438cb5ad7eb8d7" providerId="LiveId" clId="{75091629-38F6-497F-A4E3-31CA9B76213B}" dt="2024-02-19T00:30:38.505" v="4684" actId="26606"/>
          <ac:spMkLst>
            <pc:docMk/>
            <pc:sldMk cId="3229671690" sldId="258"/>
            <ac:spMk id="2" creationId="{BD03BCD4-CF9A-1511-0607-6F0C51B22A6C}"/>
          </ac:spMkLst>
        </pc:spChg>
        <pc:spChg chg="del mod">
          <ac:chgData name="Marcus youngwavy" userId="33438cb5ad7eb8d7" providerId="LiveId" clId="{75091629-38F6-497F-A4E3-31CA9B76213B}" dt="2024-02-19T00:30:38.505" v="4684" actId="26606"/>
          <ac:spMkLst>
            <pc:docMk/>
            <pc:sldMk cId="3229671690" sldId="258"/>
            <ac:spMk id="3" creationId="{4AD39E74-CB2D-4033-25F4-B4DDF2EBD3F0}"/>
          </ac:spMkLst>
        </pc:spChg>
        <pc:spChg chg="add">
          <ac:chgData name="Marcus youngwavy" userId="33438cb5ad7eb8d7" providerId="LiveId" clId="{75091629-38F6-497F-A4E3-31CA9B76213B}" dt="2024-02-19T00:30:38.505" v="4684" actId="26606"/>
          <ac:spMkLst>
            <pc:docMk/>
            <pc:sldMk cId="3229671690" sldId="258"/>
            <ac:spMk id="9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0:38.505" v="4684" actId="26606"/>
          <ac:spMkLst>
            <pc:docMk/>
            <pc:sldMk cId="3229671690" sldId="258"/>
            <ac:spMk id="11" creationId="{37962AE0-6A1C-4B76-9D52-10E5E6D7D3BB}"/>
          </ac:spMkLst>
        </pc:spChg>
        <pc:grpChg chg="add">
          <ac:chgData name="Marcus youngwavy" userId="33438cb5ad7eb8d7" providerId="LiveId" clId="{75091629-38F6-497F-A4E3-31CA9B76213B}" dt="2024-02-19T00:30:38.505" v="4684" actId="26606"/>
          <ac:grpSpMkLst>
            <pc:docMk/>
            <pc:sldMk cId="3229671690" sldId="258"/>
            <ac:grpSpMk id="13" creationId="{F73EC8D8-C118-4A24-B3A2-F22636F209B4}"/>
          </ac:grpSpMkLst>
        </pc:grpChg>
        <pc:grpChg chg="add">
          <ac:chgData name="Marcus youngwavy" userId="33438cb5ad7eb8d7" providerId="LiveId" clId="{75091629-38F6-497F-A4E3-31CA9B76213B}" dt="2024-02-19T00:30:38.505" v="4684" actId="26606"/>
          <ac:grpSpMkLst>
            <pc:docMk/>
            <pc:sldMk cId="3229671690" sldId="258"/>
            <ac:grpSpMk id="23" creationId="{3BA0B410-FA41-4CD6-A923-146E029BBB25}"/>
          </ac:grpSpMkLst>
        </pc:grpChg>
        <pc:graphicFrameChg chg="add mod">
          <ac:chgData name="Marcus youngwavy" userId="33438cb5ad7eb8d7" providerId="LiveId" clId="{75091629-38F6-497F-A4E3-31CA9B76213B}" dt="2024-02-19T00:31:03.823" v="4689" actId="2711"/>
          <ac:graphicFrameMkLst>
            <pc:docMk/>
            <pc:sldMk cId="3229671690" sldId="258"/>
            <ac:graphicFrameMk id="5" creationId="{004EE518-1CA2-AA88-CB9D-A8F2380C110D}"/>
          </ac:graphicFrameMkLst>
        </pc:graphicFrameChg>
      </pc:sldChg>
      <pc:sldChg chg="addSp modSp new mod setBg">
        <pc:chgData name="Marcus youngwavy" userId="33438cb5ad7eb8d7" providerId="LiveId" clId="{75091629-38F6-497F-A4E3-31CA9B76213B}" dt="2024-02-19T00:31:42.882" v="4700" actId="14100"/>
        <pc:sldMkLst>
          <pc:docMk/>
          <pc:sldMk cId="798200273" sldId="259"/>
        </pc:sldMkLst>
        <pc:spChg chg="mod">
          <ac:chgData name="Marcus youngwavy" userId="33438cb5ad7eb8d7" providerId="LiveId" clId="{75091629-38F6-497F-A4E3-31CA9B76213B}" dt="2024-02-19T00:31:42.882" v="4700" actId="14100"/>
          <ac:spMkLst>
            <pc:docMk/>
            <pc:sldMk cId="798200273" sldId="259"/>
            <ac:spMk id="2" creationId="{4EF443AD-73C8-DDC1-8D9A-F7E321177093}"/>
          </ac:spMkLst>
        </pc:spChg>
        <pc:spChg chg="mod">
          <ac:chgData name="Marcus youngwavy" userId="33438cb5ad7eb8d7" providerId="LiveId" clId="{75091629-38F6-497F-A4E3-31CA9B76213B}" dt="2024-02-19T00:31:35.101" v="4699" actId="27636"/>
          <ac:spMkLst>
            <pc:docMk/>
            <pc:sldMk cId="798200273" sldId="259"/>
            <ac:spMk id="3" creationId="{68EC0A83-8451-74F0-C04B-5D54EB502B6E}"/>
          </ac:spMkLst>
        </pc:spChg>
        <pc:spChg chg="add">
          <ac:chgData name="Marcus youngwavy" userId="33438cb5ad7eb8d7" providerId="LiveId" clId="{75091629-38F6-497F-A4E3-31CA9B76213B}" dt="2024-02-19T00:31:11.417" v="4690" actId="26606"/>
          <ac:spMkLst>
            <pc:docMk/>
            <pc:sldMk cId="798200273" sldId="259"/>
            <ac:spMk id="9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1:11.417" v="4690" actId="26606"/>
          <ac:spMkLst>
            <pc:docMk/>
            <pc:sldMk cId="798200273" sldId="259"/>
            <ac:spMk id="11" creationId="{37962AE0-6A1C-4B76-9D52-10E5E6D7D3BB}"/>
          </ac:spMkLst>
        </pc:spChg>
        <pc:grpChg chg="add">
          <ac:chgData name="Marcus youngwavy" userId="33438cb5ad7eb8d7" providerId="LiveId" clId="{75091629-38F6-497F-A4E3-31CA9B76213B}" dt="2024-02-19T00:31:11.417" v="4690" actId="26606"/>
          <ac:grpSpMkLst>
            <pc:docMk/>
            <pc:sldMk cId="798200273" sldId="259"/>
            <ac:grpSpMk id="13" creationId="{FADD1535-ED83-48B3-8EB1-671A080F0918}"/>
          </ac:grpSpMkLst>
        </pc:grpChg>
        <pc:grpChg chg="add">
          <ac:chgData name="Marcus youngwavy" userId="33438cb5ad7eb8d7" providerId="LiveId" clId="{75091629-38F6-497F-A4E3-31CA9B76213B}" dt="2024-02-19T00:31:11.417" v="4690" actId="26606"/>
          <ac:grpSpMkLst>
            <pc:docMk/>
            <pc:sldMk cId="798200273" sldId="259"/>
            <ac:grpSpMk id="23" creationId="{01081332-6CA1-49C2-A979-7709509AD165}"/>
          </ac:grpSpMkLst>
        </pc:grpChg>
        <pc:picChg chg="add">
          <ac:chgData name="Marcus youngwavy" userId="33438cb5ad7eb8d7" providerId="LiveId" clId="{75091629-38F6-497F-A4E3-31CA9B76213B}" dt="2024-02-19T00:31:11.417" v="4690" actId="26606"/>
          <ac:picMkLst>
            <pc:docMk/>
            <pc:sldMk cId="798200273" sldId="259"/>
            <ac:picMk id="5" creationId="{D63960AF-0ABA-8CCF-52F0-755D92E07D40}"/>
          </ac:picMkLst>
        </pc:picChg>
      </pc:sldChg>
      <pc:sldChg chg="addSp delSp modSp new mod setBg">
        <pc:chgData name="Marcus youngwavy" userId="33438cb5ad7eb8d7" providerId="LiveId" clId="{75091629-38F6-497F-A4E3-31CA9B76213B}" dt="2024-02-19T00:32:31.864" v="4709" actId="403"/>
        <pc:sldMkLst>
          <pc:docMk/>
          <pc:sldMk cId="3446612724" sldId="260"/>
        </pc:sldMkLst>
        <pc:spChg chg="mod">
          <ac:chgData name="Marcus youngwavy" userId="33438cb5ad7eb8d7" providerId="LiveId" clId="{75091629-38F6-497F-A4E3-31CA9B76213B}" dt="2024-02-19T00:32:16.826" v="4703" actId="27636"/>
          <ac:spMkLst>
            <pc:docMk/>
            <pc:sldMk cId="3446612724" sldId="260"/>
            <ac:spMk id="2" creationId="{F15EF268-301B-F4D9-D585-8ED029ABE271}"/>
          </ac:spMkLst>
        </pc:spChg>
        <pc:spChg chg="add del mod">
          <ac:chgData name="Marcus youngwavy" userId="33438cb5ad7eb8d7" providerId="LiveId" clId="{75091629-38F6-497F-A4E3-31CA9B76213B}" dt="2024-02-19T00:32:31.864" v="4709" actId="403"/>
          <ac:spMkLst>
            <pc:docMk/>
            <pc:sldMk cId="3446612724" sldId="260"/>
            <ac:spMk id="3" creationId="{211DF7C7-007A-5F00-924D-DFA82546BF35}"/>
          </ac:spMkLst>
        </pc:spChg>
        <pc:spChg chg="add">
          <ac:chgData name="Marcus youngwavy" userId="33438cb5ad7eb8d7" providerId="LiveId" clId="{75091629-38F6-497F-A4E3-31CA9B76213B}" dt="2024-02-19T00:32:12.274" v="4701" actId="26606"/>
          <ac:spMkLst>
            <pc:docMk/>
            <pc:sldMk cId="3446612724" sldId="260"/>
            <ac:spMk id="6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2:12.274" v="4701" actId="26606"/>
          <ac:spMkLst>
            <pc:docMk/>
            <pc:sldMk cId="3446612724" sldId="260"/>
            <ac:spMk id="7" creationId="{37962AE0-6A1C-4B76-9D52-10E5E6D7D3BB}"/>
          </ac:spMkLst>
        </pc:spChg>
        <pc:spChg chg="add del">
          <ac:chgData name="Marcus youngwavy" userId="33438cb5ad7eb8d7" providerId="LiveId" clId="{75091629-38F6-497F-A4E3-31CA9B76213B}" dt="2024-02-18T23:48:58.576" v="600" actId="26606"/>
          <ac:spMkLst>
            <pc:docMk/>
            <pc:sldMk cId="3446612724" sldId="260"/>
            <ac:spMk id="9" creationId="{247A131F-D5DE-41A5-B4CF-4F345319B40B}"/>
          </ac:spMkLst>
        </pc:spChg>
        <pc:spChg chg="add del">
          <ac:chgData name="Marcus youngwavy" userId="33438cb5ad7eb8d7" providerId="LiveId" clId="{75091629-38F6-497F-A4E3-31CA9B76213B}" dt="2024-02-18T23:48:58.576" v="600" actId="26606"/>
          <ac:spMkLst>
            <pc:docMk/>
            <pc:sldMk cId="3446612724" sldId="260"/>
            <ac:spMk id="11" creationId="{3AF4666D-BD98-40A5-A75F-478B982010B2}"/>
          </ac:spMkLst>
        </pc:spChg>
        <pc:spChg chg="add del">
          <ac:chgData name="Marcus youngwavy" userId="33438cb5ad7eb8d7" providerId="LiveId" clId="{75091629-38F6-497F-A4E3-31CA9B76213B}" dt="2024-02-18T23:48:58.576" v="600" actId="26606"/>
          <ac:spMkLst>
            <pc:docMk/>
            <pc:sldMk cId="3446612724" sldId="260"/>
            <ac:spMk id="13" creationId="{68680585-71F9-4721-A998-4974171D2EB4}"/>
          </ac:spMkLst>
        </pc:spChg>
        <pc:spChg chg="add del">
          <ac:chgData name="Marcus youngwavy" userId="33438cb5ad7eb8d7" providerId="LiveId" clId="{75091629-38F6-497F-A4E3-31CA9B76213B}" dt="2024-02-18T23:48:58.576" v="600" actId="26606"/>
          <ac:spMkLst>
            <pc:docMk/>
            <pc:sldMk cId="3446612724" sldId="260"/>
            <ac:spMk id="15" creationId="{12BC95C2-2EEC-4F59-ABA8-660B0D059CCF}"/>
          </ac:spMkLst>
        </pc:spChg>
        <pc:spChg chg="add del">
          <ac:chgData name="Marcus youngwavy" userId="33438cb5ad7eb8d7" providerId="LiveId" clId="{75091629-38F6-497F-A4E3-31CA9B76213B}" dt="2024-02-18T23:48:58.576" v="600" actId="26606"/>
          <ac:spMkLst>
            <pc:docMk/>
            <pc:sldMk cId="3446612724" sldId="260"/>
            <ac:spMk id="35" creationId="{F1174801-1395-44C5-9B00-CCAC45C056E7}"/>
          </ac:spMkLst>
        </pc:spChg>
        <pc:spChg chg="add del">
          <ac:chgData name="Marcus youngwavy" userId="33438cb5ad7eb8d7" providerId="LiveId" clId="{75091629-38F6-497F-A4E3-31CA9B76213B}" dt="2024-02-18T23:48:58.576" v="600" actId="26606"/>
          <ac:spMkLst>
            <pc:docMk/>
            <pc:sldMk cId="3446612724" sldId="260"/>
            <ac:spMk id="37" creationId="{996DFAFB-BCE1-4BEC-82FB-D574234DEF0A}"/>
          </ac:spMkLst>
        </pc:spChg>
        <pc:spChg chg="add del">
          <ac:chgData name="Marcus youngwavy" userId="33438cb5ad7eb8d7" providerId="LiveId" clId="{75091629-38F6-497F-A4E3-31CA9B76213B}" dt="2024-02-18T23:48:58.576" v="600" actId="26606"/>
          <ac:spMkLst>
            <pc:docMk/>
            <pc:sldMk cId="3446612724" sldId="260"/>
            <ac:spMk id="39" creationId="{8D2A0DB3-EF43-4032-9B27-954E12CCB688}"/>
          </ac:spMkLst>
        </pc:spChg>
        <pc:grpChg chg="add">
          <ac:chgData name="Marcus youngwavy" userId="33438cb5ad7eb8d7" providerId="LiveId" clId="{75091629-38F6-497F-A4E3-31CA9B76213B}" dt="2024-02-19T00:32:12.274" v="4701" actId="26606"/>
          <ac:grpSpMkLst>
            <pc:docMk/>
            <pc:sldMk cId="3446612724" sldId="260"/>
            <ac:grpSpMk id="8" creationId="{9C6A6A21-4C17-4D70-902F-429763934904}"/>
          </ac:grpSpMkLst>
        </pc:grpChg>
        <pc:grpChg chg="add del">
          <ac:chgData name="Marcus youngwavy" userId="33438cb5ad7eb8d7" providerId="LiveId" clId="{75091629-38F6-497F-A4E3-31CA9B76213B}" dt="2024-02-18T23:48:58.576" v="600" actId="26606"/>
          <ac:grpSpMkLst>
            <pc:docMk/>
            <pc:sldMk cId="3446612724" sldId="260"/>
            <ac:grpSpMk id="17" creationId="{03E9870D-4BBA-43AF-8D44-BBADF020CFF6}"/>
          </ac:grpSpMkLst>
        </pc:grpChg>
        <pc:grpChg chg="add">
          <ac:chgData name="Marcus youngwavy" userId="33438cb5ad7eb8d7" providerId="LiveId" clId="{75091629-38F6-497F-A4E3-31CA9B76213B}" dt="2024-02-19T00:32:12.274" v="4701" actId="26606"/>
          <ac:grpSpMkLst>
            <pc:docMk/>
            <pc:sldMk cId="3446612724" sldId="260"/>
            <ac:grpSpMk id="23" creationId="{741948F9-C525-410D-9F0C-63EA1E0F393C}"/>
          </ac:grpSpMkLst>
        </pc:grpChg>
        <pc:grpChg chg="add del">
          <ac:chgData name="Marcus youngwavy" userId="33438cb5ad7eb8d7" providerId="LiveId" clId="{75091629-38F6-497F-A4E3-31CA9B76213B}" dt="2024-02-18T23:48:58.576" v="600" actId="26606"/>
          <ac:grpSpMkLst>
            <pc:docMk/>
            <pc:sldMk cId="3446612724" sldId="260"/>
            <ac:grpSpMk id="26" creationId="{C3279E8D-2BAA-4CB1-834B-09FADD54DE56}"/>
          </ac:grpSpMkLst>
        </pc:grpChg>
        <pc:grpChg chg="add del">
          <ac:chgData name="Marcus youngwavy" userId="33438cb5ad7eb8d7" providerId="LiveId" clId="{75091629-38F6-497F-A4E3-31CA9B76213B}" dt="2024-02-18T23:48:58.576" v="600" actId="26606"/>
          <ac:grpSpMkLst>
            <pc:docMk/>
            <pc:sldMk cId="3446612724" sldId="260"/>
            <ac:grpSpMk id="41" creationId="{18579DB9-24B0-487B-81E3-8D02AD5F8C81}"/>
          </ac:grpSpMkLst>
        </pc:grpChg>
        <pc:grpChg chg="add del">
          <ac:chgData name="Marcus youngwavy" userId="33438cb5ad7eb8d7" providerId="LiveId" clId="{75091629-38F6-497F-A4E3-31CA9B76213B}" dt="2024-02-18T23:48:58.576" v="600" actId="26606"/>
          <ac:grpSpMkLst>
            <pc:docMk/>
            <pc:sldMk cId="3446612724" sldId="260"/>
            <ac:grpSpMk id="50" creationId="{8F281804-17FE-49B9-9065-1A44CD473CAE}"/>
          </ac:grpSpMkLst>
        </pc:grpChg>
        <pc:picChg chg="add del">
          <ac:chgData name="Marcus youngwavy" userId="33438cb5ad7eb8d7" providerId="LiveId" clId="{75091629-38F6-497F-A4E3-31CA9B76213B}" dt="2024-02-18T23:48:58.576" v="600" actId="26606"/>
          <ac:picMkLst>
            <pc:docMk/>
            <pc:sldMk cId="3446612724" sldId="260"/>
            <ac:picMk id="5" creationId="{A4ACD017-9239-205C-7FBC-737D657AF112}"/>
          </ac:picMkLst>
        </pc:picChg>
        <pc:picChg chg="add">
          <ac:chgData name="Marcus youngwavy" userId="33438cb5ad7eb8d7" providerId="LiveId" clId="{75091629-38F6-497F-A4E3-31CA9B76213B}" dt="2024-02-19T00:32:12.274" v="4701" actId="26606"/>
          <ac:picMkLst>
            <pc:docMk/>
            <pc:sldMk cId="3446612724" sldId="260"/>
            <ac:picMk id="22" creationId="{DDEAEF25-FCDD-B683-8DC9-09AB909EEB62}"/>
          </ac:picMkLst>
        </pc:picChg>
      </pc:sldChg>
      <pc:sldChg chg="addSp modSp new mod setBg">
        <pc:chgData name="Marcus youngwavy" userId="33438cb5ad7eb8d7" providerId="LiveId" clId="{75091629-38F6-497F-A4E3-31CA9B76213B}" dt="2024-02-19T00:33:10.871" v="4718" actId="404"/>
        <pc:sldMkLst>
          <pc:docMk/>
          <pc:sldMk cId="536577749" sldId="261"/>
        </pc:sldMkLst>
        <pc:spChg chg="mod">
          <ac:chgData name="Marcus youngwavy" userId="33438cb5ad7eb8d7" providerId="LiveId" clId="{75091629-38F6-497F-A4E3-31CA9B76213B}" dt="2024-02-19T00:33:03.463" v="4712" actId="14100"/>
          <ac:spMkLst>
            <pc:docMk/>
            <pc:sldMk cId="536577749" sldId="261"/>
            <ac:spMk id="2" creationId="{96C586D1-2DC5-0B40-23A7-7E14C757247A}"/>
          </ac:spMkLst>
        </pc:spChg>
        <pc:spChg chg="mod">
          <ac:chgData name="Marcus youngwavy" userId="33438cb5ad7eb8d7" providerId="LiveId" clId="{75091629-38F6-497F-A4E3-31CA9B76213B}" dt="2024-02-19T00:33:10.871" v="4718" actId="404"/>
          <ac:spMkLst>
            <pc:docMk/>
            <pc:sldMk cId="536577749" sldId="261"/>
            <ac:spMk id="3" creationId="{6F20A93F-D6BF-9D87-D69F-2C8448D5BCA7}"/>
          </ac:spMkLst>
        </pc:spChg>
        <pc:spChg chg="add">
          <ac:chgData name="Marcus youngwavy" userId="33438cb5ad7eb8d7" providerId="LiveId" clId="{75091629-38F6-497F-A4E3-31CA9B76213B}" dt="2024-02-19T00:32:45.136" v="4710" actId="26606"/>
          <ac:spMkLst>
            <pc:docMk/>
            <pc:sldMk cId="536577749" sldId="261"/>
            <ac:spMk id="9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2:45.136" v="4710" actId="26606"/>
          <ac:spMkLst>
            <pc:docMk/>
            <pc:sldMk cId="536577749" sldId="261"/>
            <ac:spMk id="11" creationId="{37962AE0-6A1C-4B76-9D52-10E5E6D7D3BB}"/>
          </ac:spMkLst>
        </pc:spChg>
        <pc:grpChg chg="add">
          <ac:chgData name="Marcus youngwavy" userId="33438cb5ad7eb8d7" providerId="LiveId" clId="{75091629-38F6-497F-A4E3-31CA9B76213B}" dt="2024-02-19T00:32:45.136" v="4710" actId="26606"/>
          <ac:grpSpMkLst>
            <pc:docMk/>
            <pc:sldMk cId="536577749" sldId="261"/>
            <ac:grpSpMk id="13" creationId="{9C6A6A21-4C17-4D70-902F-429763934904}"/>
          </ac:grpSpMkLst>
        </pc:grpChg>
        <pc:grpChg chg="add">
          <ac:chgData name="Marcus youngwavy" userId="33438cb5ad7eb8d7" providerId="LiveId" clId="{75091629-38F6-497F-A4E3-31CA9B76213B}" dt="2024-02-19T00:32:45.136" v="4710" actId="26606"/>
          <ac:grpSpMkLst>
            <pc:docMk/>
            <pc:sldMk cId="536577749" sldId="261"/>
            <ac:grpSpMk id="23" creationId="{741948F9-C525-410D-9F0C-63EA1E0F393C}"/>
          </ac:grpSpMkLst>
        </pc:grpChg>
        <pc:picChg chg="add">
          <ac:chgData name="Marcus youngwavy" userId="33438cb5ad7eb8d7" providerId="LiveId" clId="{75091629-38F6-497F-A4E3-31CA9B76213B}" dt="2024-02-19T00:32:45.136" v="4710" actId="26606"/>
          <ac:picMkLst>
            <pc:docMk/>
            <pc:sldMk cId="536577749" sldId="261"/>
            <ac:picMk id="5" creationId="{576BD7A4-6782-CCF3-0BB1-89F09DC3DD86}"/>
          </ac:picMkLst>
        </pc:picChg>
      </pc:sldChg>
      <pc:sldChg chg="addSp modSp new mod setBg">
        <pc:chgData name="Marcus youngwavy" userId="33438cb5ad7eb8d7" providerId="LiveId" clId="{75091629-38F6-497F-A4E3-31CA9B76213B}" dt="2024-02-19T00:33:31.606" v="4727" actId="403"/>
        <pc:sldMkLst>
          <pc:docMk/>
          <pc:sldMk cId="1262496298" sldId="262"/>
        </pc:sldMkLst>
        <pc:spChg chg="mod">
          <ac:chgData name="Marcus youngwavy" userId="33438cb5ad7eb8d7" providerId="LiveId" clId="{75091629-38F6-497F-A4E3-31CA9B76213B}" dt="2024-02-19T00:33:26.364" v="4722" actId="14100"/>
          <ac:spMkLst>
            <pc:docMk/>
            <pc:sldMk cId="1262496298" sldId="262"/>
            <ac:spMk id="2" creationId="{98283E79-D321-9A51-83B5-F41A5C1EB24A}"/>
          </ac:spMkLst>
        </pc:spChg>
        <pc:spChg chg="mod">
          <ac:chgData name="Marcus youngwavy" userId="33438cb5ad7eb8d7" providerId="LiveId" clId="{75091629-38F6-497F-A4E3-31CA9B76213B}" dt="2024-02-19T00:33:31.606" v="4727" actId="403"/>
          <ac:spMkLst>
            <pc:docMk/>
            <pc:sldMk cId="1262496298" sldId="262"/>
            <ac:spMk id="3" creationId="{3935565A-E528-E3D2-8F4B-70B6B324A2F6}"/>
          </ac:spMkLst>
        </pc:spChg>
        <pc:spChg chg="add">
          <ac:chgData name="Marcus youngwavy" userId="33438cb5ad7eb8d7" providerId="LiveId" clId="{75091629-38F6-497F-A4E3-31CA9B76213B}" dt="2024-02-19T00:33:17.205" v="4719" actId="26606"/>
          <ac:spMkLst>
            <pc:docMk/>
            <pc:sldMk cId="1262496298" sldId="262"/>
            <ac:spMk id="9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3:17.205" v="4719" actId="26606"/>
          <ac:spMkLst>
            <pc:docMk/>
            <pc:sldMk cId="1262496298" sldId="262"/>
            <ac:spMk id="11" creationId="{37962AE0-6A1C-4B76-9D52-10E5E6D7D3BB}"/>
          </ac:spMkLst>
        </pc:spChg>
        <pc:grpChg chg="add">
          <ac:chgData name="Marcus youngwavy" userId="33438cb5ad7eb8d7" providerId="LiveId" clId="{75091629-38F6-497F-A4E3-31CA9B76213B}" dt="2024-02-19T00:33:17.205" v="4719" actId="26606"/>
          <ac:grpSpMkLst>
            <pc:docMk/>
            <pc:sldMk cId="1262496298" sldId="262"/>
            <ac:grpSpMk id="13" creationId="{9C6A6A21-4C17-4D70-902F-429763934904}"/>
          </ac:grpSpMkLst>
        </pc:grpChg>
        <pc:grpChg chg="add">
          <ac:chgData name="Marcus youngwavy" userId="33438cb5ad7eb8d7" providerId="LiveId" clId="{75091629-38F6-497F-A4E3-31CA9B76213B}" dt="2024-02-19T00:33:17.205" v="4719" actId="26606"/>
          <ac:grpSpMkLst>
            <pc:docMk/>
            <pc:sldMk cId="1262496298" sldId="262"/>
            <ac:grpSpMk id="23" creationId="{741948F9-C525-410D-9F0C-63EA1E0F393C}"/>
          </ac:grpSpMkLst>
        </pc:grpChg>
        <pc:picChg chg="add">
          <ac:chgData name="Marcus youngwavy" userId="33438cb5ad7eb8d7" providerId="LiveId" clId="{75091629-38F6-497F-A4E3-31CA9B76213B}" dt="2024-02-19T00:33:17.205" v="4719" actId="26606"/>
          <ac:picMkLst>
            <pc:docMk/>
            <pc:sldMk cId="1262496298" sldId="262"/>
            <ac:picMk id="5" creationId="{2C8097A4-DA27-13E7-A215-88C75FE2FE14}"/>
          </ac:picMkLst>
        </pc:picChg>
      </pc:sldChg>
      <pc:sldChg chg="addSp delSp modSp new mod setBg">
        <pc:chgData name="Marcus youngwavy" userId="33438cb5ad7eb8d7" providerId="LiveId" clId="{75091629-38F6-497F-A4E3-31CA9B76213B}" dt="2024-02-19T00:34:10.073" v="4740" actId="27636"/>
        <pc:sldMkLst>
          <pc:docMk/>
          <pc:sldMk cId="3499153146" sldId="263"/>
        </pc:sldMkLst>
        <pc:spChg chg="mod">
          <ac:chgData name="Marcus youngwavy" userId="33438cb5ad7eb8d7" providerId="LiveId" clId="{75091629-38F6-497F-A4E3-31CA9B76213B}" dt="2024-02-19T00:33:56.186" v="4734" actId="26606"/>
          <ac:spMkLst>
            <pc:docMk/>
            <pc:sldMk cId="3499153146" sldId="263"/>
            <ac:spMk id="2" creationId="{EA38851D-A3B0-EAC2-0B17-8393064129A5}"/>
          </ac:spMkLst>
        </pc:spChg>
        <pc:spChg chg="add del mod">
          <ac:chgData name="Marcus youngwavy" userId="33438cb5ad7eb8d7" providerId="LiveId" clId="{75091629-38F6-497F-A4E3-31CA9B76213B}" dt="2024-02-19T00:33:56.186" v="4734" actId="26606"/>
          <ac:spMkLst>
            <pc:docMk/>
            <pc:sldMk cId="3499153146" sldId="263"/>
            <ac:spMk id="3" creationId="{7045683A-45CD-3F43-58AD-AC394ACF3278}"/>
          </ac:spMkLst>
        </pc:spChg>
        <pc:spChg chg="add del">
          <ac:chgData name="Marcus youngwavy" userId="33438cb5ad7eb8d7" providerId="LiveId" clId="{75091629-38F6-497F-A4E3-31CA9B76213B}" dt="2024-02-19T00:33:48.198" v="4729" actId="26606"/>
          <ac:spMkLst>
            <pc:docMk/>
            <pc:sldMk cId="3499153146" sldId="263"/>
            <ac:spMk id="9" creationId="{8651CFA9-6065-4243-AC48-858E359780B1}"/>
          </ac:spMkLst>
        </pc:spChg>
        <pc:spChg chg="add del">
          <ac:chgData name="Marcus youngwavy" userId="33438cb5ad7eb8d7" providerId="LiveId" clId="{75091629-38F6-497F-A4E3-31CA9B76213B}" dt="2024-02-19T00:33:48.198" v="4729" actId="26606"/>
          <ac:spMkLst>
            <pc:docMk/>
            <pc:sldMk cId="3499153146" sldId="263"/>
            <ac:spMk id="11" creationId="{37962AE0-6A1C-4B76-9D52-10E5E6D7D3BB}"/>
          </ac:spMkLst>
        </pc:spChg>
        <pc:spChg chg="add del">
          <ac:chgData name="Marcus youngwavy" userId="33438cb5ad7eb8d7" providerId="LiveId" clId="{75091629-38F6-497F-A4E3-31CA9B76213B}" dt="2024-02-19T00:33:48.198" v="4729" actId="26606"/>
          <ac:spMkLst>
            <pc:docMk/>
            <pc:sldMk cId="3499153146" sldId="263"/>
            <ac:spMk id="13" creationId="{16E12301-1C96-4D15-9838-D5B894B22365}"/>
          </ac:spMkLst>
        </pc:spChg>
        <pc:spChg chg="add del">
          <ac:chgData name="Marcus youngwavy" userId="33438cb5ad7eb8d7" providerId="LiveId" clId="{75091629-38F6-497F-A4E3-31CA9B76213B}" dt="2024-02-19T00:33:56.172" v="4733" actId="26606"/>
          <ac:spMkLst>
            <pc:docMk/>
            <pc:sldMk cId="3499153146" sldId="263"/>
            <ac:spMk id="37" creationId="{8651CFA9-6065-4243-AC48-858E359780B1}"/>
          </ac:spMkLst>
        </pc:spChg>
        <pc:spChg chg="add del">
          <ac:chgData name="Marcus youngwavy" userId="33438cb5ad7eb8d7" providerId="LiveId" clId="{75091629-38F6-497F-A4E3-31CA9B76213B}" dt="2024-02-19T00:33:56.172" v="4733" actId="26606"/>
          <ac:spMkLst>
            <pc:docMk/>
            <pc:sldMk cId="3499153146" sldId="263"/>
            <ac:spMk id="38" creationId="{37962AE0-6A1C-4B76-9D52-10E5E6D7D3BB}"/>
          </ac:spMkLst>
        </pc:spChg>
        <pc:spChg chg="add">
          <ac:chgData name="Marcus youngwavy" userId="33438cb5ad7eb8d7" providerId="LiveId" clId="{75091629-38F6-497F-A4E3-31CA9B76213B}" dt="2024-02-19T00:33:56.186" v="4734" actId="26606"/>
          <ac:spMkLst>
            <pc:docMk/>
            <pc:sldMk cId="3499153146" sldId="263"/>
            <ac:spMk id="44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3:56.186" v="4734" actId="26606"/>
          <ac:spMkLst>
            <pc:docMk/>
            <pc:sldMk cId="3499153146" sldId="263"/>
            <ac:spMk id="45" creationId="{FBFC6891-CBA5-427E-98AC-BF56BB033089}"/>
          </ac:spMkLst>
        </pc:spChg>
        <pc:spChg chg="add mod">
          <ac:chgData name="Marcus youngwavy" userId="33438cb5ad7eb8d7" providerId="LiveId" clId="{75091629-38F6-497F-A4E3-31CA9B76213B}" dt="2024-02-19T00:34:10.073" v="4740" actId="27636"/>
          <ac:spMkLst>
            <pc:docMk/>
            <pc:sldMk cId="3499153146" sldId="263"/>
            <ac:spMk id="65" creationId="{7045683A-45CD-3F43-58AD-AC394ACF3278}"/>
          </ac:spMkLst>
        </pc:spChg>
        <pc:grpChg chg="add del">
          <ac:chgData name="Marcus youngwavy" userId="33438cb5ad7eb8d7" providerId="LiveId" clId="{75091629-38F6-497F-A4E3-31CA9B76213B}" dt="2024-02-19T00:33:48.198" v="4729" actId="26606"/>
          <ac:grpSpMkLst>
            <pc:docMk/>
            <pc:sldMk cId="3499153146" sldId="263"/>
            <ac:grpSpMk id="15" creationId="{D7A5FD75-4B35-4162-9304-569491255811}"/>
          </ac:grpSpMkLst>
        </pc:grpChg>
        <pc:grpChg chg="add del">
          <ac:chgData name="Marcus youngwavy" userId="33438cb5ad7eb8d7" providerId="LiveId" clId="{75091629-38F6-497F-A4E3-31CA9B76213B}" dt="2024-02-19T00:33:56.172" v="4733" actId="26606"/>
          <ac:grpSpMkLst>
            <pc:docMk/>
            <pc:sldMk cId="3499153146" sldId="263"/>
            <ac:grpSpMk id="23" creationId="{921D9B61-CDA2-49D1-82AA-534691496FE5}"/>
          </ac:grpSpMkLst>
        </pc:grpChg>
        <pc:grpChg chg="add del">
          <ac:chgData name="Marcus youngwavy" userId="33438cb5ad7eb8d7" providerId="LiveId" clId="{75091629-38F6-497F-A4E3-31CA9B76213B}" dt="2024-02-19T00:33:48.198" v="4729" actId="26606"/>
          <ac:grpSpMkLst>
            <pc:docMk/>
            <pc:sldMk cId="3499153146" sldId="263"/>
            <ac:grpSpMk id="24" creationId="{34676384-D846-461C-B8F3-BDB849B4A408}"/>
          </ac:grpSpMkLst>
        </pc:grpChg>
        <pc:grpChg chg="add del">
          <ac:chgData name="Marcus youngwavy" userId="33438cb5ad7eb8d7" providerId="LiveId" clId="{75091629-38F6-497F-A4E3-31CA9B76213B}" dt="2024-02-19T00:33:56.172" v="4733" actId="26606"/>
          <ac:grpSpMkLst>
            <pc:docMk/>
            <pc:sldMk cId="3499153146" sldId="263"/>
            <ac:grpSpMk id="39" creationId="{32D15CB3-AC64-41F7-86F8-22A111F3DC24}"/>
          </ac:grpSpMkLst>
        </pc:grpChg>
        <pc:grpChg chg="add">
          <ac:chgData name="Marcus youngwavy" userId="33438cb5ad7eb8d7" providerId="LiveId" clId="{75091629-38F6-497F-A4E3-31CA9B76213B}" dt="2024-02-19T00:33:56.186" v="4734" actId="26606"/>
          <ac:grpSpMkLst>
            <pc:docMk/>
            <pc:sldMk cId="3499153146" sldId="263"/>
            <ac:grpSpMk id="46" creationId="{F4436A75-A020-494B-B70E-85CBD21EA361}"/>
          </ac:grpSpMkLst>
        </pc:grpChg>
        <pc:grpChg chg="add">
          <ac:chgData name="Marcus youngwavy" userId="33438cb5ad7eb8d7" providerId="LiveId" clId="{75091629-38F6-497F-A4E3-31CA9B76213B}" dt="2024-02-19T00:33:56.186" v="4734" actId="26606"/>
          <ac:grpSpMkLst>
            <pc:docMk/>
            <pc:sldMk cId="3499153146" sldId="263"/>
            <ac:grpSpMk id="57" creationId="{DB8ED0A1-FF45-4EE6-ADE8-2F2ED0D394EF}"/>
          </ac:grpSpMkLst>
        </pc:grpChg>
        <pc:graphicFrameChg chg="add del">
          <ac:chgData name="Marcus youngwavy" userId="33438cb5ad7eb8d7" providerId="LiveId" clId="{75091629-38F6-497F-A4E3-31CA9B76213B}" dt="2024-02-19T00:33:51.001" v="4731" actId="26606"/>
          <ac:graphicFrameMkLst>
            <pc:docMk/>
            <pc:sldMk cId="3499153146" sldId="263"/>
            <ac:graphicFrameMk id="35" creationId="{96A002FB-B5FE-7059-BDF3-AF386BD3BC6A}"/>
          </ac:graphicFrameMkLst>
        </pc:graphicFrameChg>
        <pc:graphicFrameChg chg="add del">
          <ac:chgData name="Marcus youngwavy" userId="33438cb5ad7eb8d7" providerId="LiveId" clId="{75091629-38F6-497F-A4E3-31CA9B76213B}" dt="2024-02-19T00:33:56.172" v="4733" actId="26606"/>
          <ac:graphicFrameMkLst>
            <pc:docMk/>
            <pc:sldMk cId="3499153146" sldId="263"/>
            <ac:graphicFrameMk id="42" creationId="{D3E91A72-3A18-9D58-AA99-5E4C05D594D8}"/>
          </ac:graphicFrameMkLst>
        </pc:graphicFrameChg>
        <pc:picChg chg="add del">
          <ac:chgData name="Marcus youngwavy" userId="33438cb5ad7eb8d7" providerId="LiveId" clId="{75091629-38F6-497F-A4E3-31CA9B76213B}" dt="2024-02-19T00:33:48.198" v="4729" actId="26606"/>
          <ac:picMkLst>
            <pc:docMk/>
            <pc:sldMk cId="3499153146" sldId="263"/>
            <ac:picMk id="5" creationId="{96DD2B36-B358-E51C-8B4C-8C4148C2FC98}"/>
          </ac:picMkLst>
        </pc:picChg>
        <pc:picChg chg="add">
          <ac:chgData name="Marcus youngwavy" userId="33438cb5ad7eb8d7" providerId="LiveId" clId="{75091629-38F6-497F-A4E3-31CA9B76213B}" dt="2024-02-19T00:33:56.186" v="4734" actId="26606"/>
          <ac:picMkLst>
            <pc:docMk/>
            <pc:sldMk cId="3499153146" sldId="263"/>
            <ac:picMk id="56" creationId="{1AF38201-9B78-3F08-B0C6-427C09C4D708}"/>
          </ac:picMkLst>
        </pc:picChg>
      </pc:sldChg>
      <pc:sldChg chg="addSp delSp modSp new mod setBg">
        <pc:chgData name="Marcus youngwavy" userId="33438cb5ad7eb8d7" providerId="LiveId" clId="{75091629-38F6-497F-A4E3-31CA9B76213B}" dt="2024-02-19T00:34:45.752" v="4752" actId="27636"/>
        <pc:sldMkLst>
          <pc:docMk/>
          <pc:sldMk cId="1254794257" sldId="264"/>
        </pc:sldMkLst>
        <pc:spChg chg="mod">
          <ac:chgData name="Marcus youngwavy" userId="33438cb5ad7eb8d7" providerId="LiveId" clId="{75091629-38F6-497F-A4E3-31CA9B76213B}" dt="2024-02-19T00:34:36.090" v="4745" actId="14100"/>
          <ac:spMkLst>
            <pc:docMk/>
            <pc:sldMk cId="1254794257" sldId="264"/>
            <ac:spMk id="2" creationId="{24E49715-B939-C69D-98A2-02C68CB33D67}"/>
          </ac:spMkLst>
        </pc:spChg>
        <pc:spChg chg="mod">
          <ac:chgData name="Marcus youngwavy" userId="33438cb5ad7eb8d7" providerId="LiveId" clId="{75091629-38F6-497F-A4E3-31CA9B76213B}" dt="2024-02-19T00:34:45.752" v="4752" actId="27636"/>
          <ac:spMkLst>
            <pc:docMk/>
            <pc:sldMk cId="1254794257" sldId="264"/>
            <ac:spMk id="3" creationId="{7ED26094-51FE-9CF5-7958-B8377481D217}"/>
          </ac:spMkLst>
        </pc:spChg>
        <pc:spChg chg="add del">
          <ac:chgData name="Marcus youngwavy" userId="33438cb5ad7eb8d7" providerId="LiveId" clId="{75091629-38F6-497F-A4E3-31CA9B76213B}" dt="2024-02-19T00:34:29.100" v="4742" actId="26606"/>
          <ac:spMkLst>
            <pc:docMk/>
            <pc:sldMk cId="1254794257" sldId="264"/>
            <ac:spMk id="9" creationId="{8651CFA9-6065-4243-AC48-858E359780B1}"/>
          </ac:spMkLst>
        </pc:spChg>
        <pc:spChg chg="add del">
          <ac:chgData name="Marcus youngwavy" userId="33438cb5ad7eb8d7" providerId="LiveId" clId="{75091629-38F6-497F-A4E3-31CA9B76213B}" dt="2024-02-19T00:34:29.100" v="4742" actId="26606"/>
          <ac:spMkLst>
            <pc:docMk/>
            <pc:sldMk cId="1254794257" sldId="264"/>
            <ac:spMk id="11" creationId="{37962AE0-6A1C-4B76-9D52-10E5E6D7D3BB}"/>
          </ac:spMkLst>
        </pc:spChg>
        <pc:spChg chg="add del">
          <ac:chgData name="Marcus youngwavy" userId="33438cb5ad7eb8d7" providerId="LiveId" clId="{75091629-38F6-497F-A4E3-31CA9B76213B}" dt="2024-02-19T00:34:29.100" v="4742" actId="26606"/>
          <ac:spMkLst>
            <pc:docMk/>
            <pc:sldMk cId="1254794257" sldId="264"/>
            <ac:spMk id="13" creationId="{16E12301-1C96-4D15-9838-D5B894B22365}"/>
          </ac:spMkLst>
        </pc:spChg>
        <pc:spChg chg="add">
          <ac:chgData name="Marcus youngwavy" userId="33438cb5ad7eb8d7" providerId="LiveId" clId="{75091629-38F6-497F-A4E3-31CA9B76213B}" dt="2024-02-19T00:34:29.127" v="4743" actId="26606"/>
          <ac:spMkLst>
            <pc:docMk/>
            <pc:sldMk cId="1254794257" sldId="264"/>
            <ac:spMk id="35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4:29.127" v="4743" actId="26606"/>
          <ac:spMkLst>
            <pc:docMk/>
            <pc:sldMk cId="1254794257" sldId="264"/>
            <ac:spMk id="36" creationId="{FBFC6891-CBA5-427E-98AC-BF56BB033089}"/>
          </ac:spMkLst>
        </pc:spChg>
        <pc:grpChg chg="add del">
          <ac:chgData name="Marcus youngwavy" userId="33438cb5ad7eb8d7" providerId="LiveId" clId="{75091629-38F6-497F-A4E3-31CA9B76213B}" dt="2024-02-19T00:34:29.100" v="4742" actId="26606"/>
          <ac:grpSpMkLst>
            <pc:docMk/>
            <pc:sldMk cId="1254794257" sldId="264"/>
            <ac:grpSpMk id="15" creationId="{D7A5FD75-4B35-4162-9304-569491255811}"/>
          </ac:grpSpMkLst>
        </pc:grpChg>
        <pc:grpChg chg="add del">
          <ac:chgData name="Marcus youngwavy" userId="33438cb5ad7eb8d7" providerId="LiveId" clId="{75091629-38F6-497F-A4E3-31CA9B76213B}" dt="2024-02-19T00:34:29.100" v="4742" actId="26606"/>
          <ac:grpSpMkLst>
            <pc:docMk/>
            <pc:sldMk cId="1254794257" sldId="264"/>
            <ac:grpSpMk id="24" creationId="{34676384-D846-461C-B8F3-BDB849B4A408}"/>
          </ac:grpSpMkLst>
        </pc:grpChg>
        <pc:grpChg chg="add">
          <ac:chgData name="Marcus youngwavy" userId="33438cb5ad7eb8d7" providerId="LiveId" clId="{75091629-38F6-497F-A4E3-31CA9B76213B}" dt="2024-02-19T00:34:29.127" v="4743" actId="26606"/>
          <ac:grpSpMkLst>
            <pc:docMk/>
            <pc:sldMk cId="1254794257" sldId="264"/>
            <ac:grpSpMk id="25" creationId="{DB8ED0A1-FF45-4EE6-ADE8-2F2ED0D394EF}"/>
          </ac:grpSpMkLst>
        </pc:grpChg>
        <pc:grpChg chg="add">
          <ac:chgData name="Marcus youngwavy" userId="33438cb5ad7eb8d7" providerId="LiveId" clId="{75091629-38F6-497F-A4E3-31CA9B76213B}" dt="2024-02-19T00:34:29.127" v="4743" actId="26606"/>
          <ac:grpSpMkLst>
            <pc:docMk/>
            <pc:sldMk cId="1254794257" sldId="264"/>
            <ac:grpSpMk id="37" creationId="{F4436A75-A020-494B-B70E-85CBD21EA361}"/>
          </ac:grpSpMkLst>
        </pc:grpChg>
        <pc:picChg chg="add del">
          <ac:chgData name="Marcus youngwavy" userId="33438cb5ad7eb8d7" providerId="LiveId" clId="{75091629-38F6-497F-A4E3-31CA9B76213B}" dt="2024-02-19T00:34:29.100" v="4742" actId="26606"/>
          <ac:picMkLst>
            <pc:docMk/>
            <pc:sldMk cId="1254794257" sldId="264"/>
            <ac:picMk id="5" creationId="{B2BE6DB9-C89E-743E-04C0-44418B905F12}"/>
          </ac:picMkLst>
        </pc:picChg>
        <pc:picChg chg="add">
          <ac:chgData name="Marcus youngwavy" userId="33438cb5ad7eb8d7" providerId="LiveId" clId="{75091629-38F6-497F-A4E3-31CA9B76213B}" dt="2024-02-19T00:34:29.127" v="4743" actId="26606"/>
          <ac:picMkLst>
            <pc:docMk/>
            <pc:sldMk cId="1254794257" sldId="264"/>
            <ac:picMk id="46" creationId="{E91FD445-9354-011B-A20D-8F57C0779A29}"/>
          </ac:picMkLst>
        </pc:picChg>
      </pc:sldChg>
      <pc:sldChg chg="addSp modSp new mod setBg">
        <pc:chgData name="Marcus youngwavy" userId="33438cb5ad7eb8d7" providerId="LiveId" clId="{75091629-38F6-497F-A4E3-31CA9B76213B}" dt="2024-02-19T00:35:02.459" v="4756" actId="403"/>
        <pc:sldMkLst>
          <pc:docMk/>
          <pc:sldMk cId="2050297217" sldId="265"/>
        </pc:sldMkLst>
        <pc:spChg chg="mod">
          <ac:chgData name="Marcus youngwavy" userId="33438cb5ad7eb8d7" providerId="LiveId" clId="{75091629-38F6-497F-A4E3-31CA9B76213B}" dt="2024-02-19T00:34:55.611" v="4753" actId="26606"/>
          <ac:spMkLst>
            <pc:docMk/>
            <pc:sldMk cId="2050297217" sldId="265"/>
            <ac:spMk id="2" creationId="{16530C8B-17FC-AE09-1E83-A1FF6CD993EF}"/>
          </ac:spMkLst>
        </pc:spChg>
        <pc:spChg chg="mod">
          <ac:chgData name="Marcus youngwavy" userId="33438cb5ad7eb8d7" providerId="LiveId" clId="{75091629-38F6-497F-A4E3-31CA9B76213B}" dt="2024-02-19T00:35:02.459" v="4756" actId="403"/>
          <ac:spMkLst>
            <pc:docMk/>
            <pc:sldMk cId="2050297217" sldId="265"/>
            <ac:spMk id="3" creationId="{05DC82BB-69C3-F462-07E7-0EAEB69074C0}"/>
          </ac:spMkLst>
        </pc:spChg>
        <pc:spChg chg="add">
          <ac:chgData name="Marcus youngwavy" userId="33438cb5ad7eb8d7" providerId="LiveId" clId="{75091629-38F6-497F-A4E3-31CA9B76213B}" dt="2024-02-19T00:34:55.611" v="4753" actId="26606"/>
          <ac:spMkLst>
            <pc:docMk/>
            <pc:sldMk cId="2050297217" sldId="265"/>
            <ac:spMk id="9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4:55.611" v="4753" actId="26606"/>
          <ac:spMkLst>
            <pc:docMk/>
            <pc:sldMk cId="2050297217" sldId="265"/>
            <ac:spMk id="11" creationId="{37962AE0-6A1C-4B76-9D52-10E5E6D7D3BB}"/>
          </ac:spMkLst>
        </pc:spChg>
        <pc:grpChg chg="add">
          <ac:chgData name="Marcus youngwavy" userId="33438cb5ad7eb8d7" providerId="LiveId" clId="{75091629-38F6-497F-A4E3-31CA9B76213B}" dt="2024-02-19T00:34:55.611" v="4753" actId="26606"/>
          <ac:grpSpMkLst>
            <pc:docMk/>
            <pc:sldMk cId="2050297217" sldId="265"/>
            <ac:grpSpMk id="13" creationId="{9C6A6A21-4C17-4D70-902F-429763934904}"/>
          </ac:grpSpMkLst>
        </pc:grpChg>
        <pc:grpChg chg="add">
          <ac:chgData name="Marcus youngwavy" userId="33438cb5ad7eb8d7" providerId="LiveId" clId="{75091629-38F6-497F-A4E3-31CA9B76213B}" dt="2024-02-19T00:34:55.611" v="4753" actId="26606"/>
          <ac:grpSpMkLst>
            <pc:docMk/>
            <pc:sldMk cId="2050297217" sldId="265"/>
            <ac:grpSpMk id="23" creationId="{741948F9-C525-410D-9F0C-63EA1E0F393C}"/>
          </ac:grpSpMkLst>
        </pc:grpChg>
        <pc:picChg chg="add">
          <ac:chgData name="Marcus youngwavy" userId="33438cb5ad7eb8d7" providerId="LiveId" clId="{75091629-38F6-497F-A4E3-31CA9B76213B}" dt="2024-02-19T00:34:55.611" v="4753" actId="26606"/>
          <ac:picMkLst>
            <pc:docMk/>
            <pc:sldMk cId="2050297217" sldId="265"/>
            <ac:picMk id="5" creationId="{E64209B5-6AEE-B401-FCBA-A6511849A46E}"/>
          </ac:picMkLst>
        </pc:picChg>
      </pc:sldChg>
      <pc:sldChg chg="addSp modSp new mod setBg">
        <pc:chgData name="Marcus youngwavy" userId="33438cb5ad7eb8d7" providerId="LiveId" clId="{75091629-38F6-497F-A4E3-31CA9B76213B}" dt="2024-02-19T00:35:18.450" v="4761" actId="403"/>
        <pc:sldMkLst>
          <pc:docMk/>
          <pc:sldMk cId="857820865" sldId="266"/>
        </pc:sldMkLst>
        <pc:spChg chg="mod">
          <ac:chgData name="Marcus youngwavy" userId="33438cb5ad7eb8d7" providerId="LiveId" clId="{75091629-38F6-497F-A4E3-31CA9B76213B}" dt="2024-02-19T00:35:13.421" v="4757" actId="26606"/>
          <ac:spMkLst>
            <pc:docMk/>
            <pc:sldMk cId="857820865" sldId="266"/>
            <ac:spMk id="2" creationId="{133C3E8F-E7B4-7D03-B066-4AC11927F394}"/>
          </ac:spMkLst>
        </pc:spChg>
        <pc:spChg chg="mod">
          <ac:chgData name="Marcus youngwavy" userId="33438cb5ad7eb8d7" providerId="LiveId" clId="{75091629-38F6-497F-A4E3-31CA9B76213B}" dt="2024-02-19T00:35:18.450" v="4761" actId="403"/>
          <ac:spMkLst>
            <pc:docMk/>
            <pc:sldMk cId="857820865" sldId="266"/>
            <ac:spMk id="3" creationId="{4F7EB50B-2902-9384-FD77-1C487960ACB4}"/>
          </ac:spMkLst>
        </pc:spChg>
        <pc:spChg chg="add">
          <ac:chgData name="Marcus youngwavy" userId="33438cb5ad7eb8d7" providerId="LiveId" clId="{75091629-38F6-497F-A4E3-31CA9B76213B}" dt="2024-02-19T00:35:13.421" v="4757" actId="26606"/>
          <ac:spMkLst>
            <pc:docMk/>
            <pc:sldMk cId="857820865" sldId="266"/>
            <ac:spMk id="9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5:13.421" v="4757" actId="26606"/>
          <ac:spMkLst>
            <pc:docMk/>
            <pc:sldMk cId="857820865" sldId="266"/>
            <ac:spMk id="11" creationId="{37962AE0-6A1C-4B76-9D52-10E5E6D7D3BB}"/>
          </ac:spMkLst>
        </pc:spChg>
        <pc:spChg chg="add">
          <ac:chgData name="Marcus youngwavy" userId="33438cb5ad7eb8d7" providerId="LiveId" clId="{75091629-38F6-497F-A4E3-31CA9B76213B}" dt="2024-02-19T00:35:13.421" v="4757" actId="26606"/>
          <ac:spMkLst>
            <pc:docMk/>
            <pc:sldMk cId="857820865" sldId="266"/>
            <ac:spMk id="13" creationId="{16E12301-1C96-4D15-9838-D5B894B22365}"/>
          </ac:spMkLst>
        </pc:spChg>
        <pc:grpChg chg="add">
          <ac:chgData name="Marcus youngwavy" userId="33438cb5ad7eb8d7" providerId="LiveId" clId="{75091629-38F6-497F-A4E3-31CA9B76213B}" dt="2024-02-19T00:35:13.421" v="4757" actId="26606"/>
          <ac:grpSpMkLst>
            <pc:docMk/>
            <pc:sldMk cId="857820865" sldId="266"/>
            <ac:grpSpMk id="15" creationId="{D7A5FD75-4B35-4162-9304-569491255811}"/>
          </ac:grpSpMkLst>
        </pc:grpChg>
        <pc:grpChg chg="add">
          <ac:chgData name="Marcus youngwavy" userId="33438cb5ad7eb8d7" providerId="LiveId" clId="{75091629-38F6-497F-A4E3-31CA9B76213B}" dt="2024-02-19T00:35:13.421" v="4757" actId="26606"/>
          <ac:grpSpMkLst>
            <pc:docMk/>
            <pc:sldMk cId="857820865" sldId="266"/>
            <ac:grpSpMk id="24" creationId="{34676384-D846-461C-B8F3-BDB849B4A408}"/>
          </ac:grpSpMkLst>
        </pc:grpChg>
        <pc:picChg chg="add">
          <ac:chgData name="Marcus youngwavy" userId="33438cb5ad7eb8d7" providerId="LiveId" clId="{75091629-38F6-497F-A4E3-31CA9B76213B}" dt="2024-02-19T00:35:13.421" v="4757" actId="26606"/>
          <ac:picMkLst>
            <pc:docMk/>
            <pc:sldMk cId="857820865" sldId="266"/>
            <ac:picMk id="5" creationId="{F4ACDE1D-26CF-902A-3176-78C771A31BB0}"/>
          </ac:picMkLst>
        </pc:picChg>
      </pc:sldChg>
      <pc:sldChg chg="addSp delSp modSp new mod setBg">
        <pc:chgData name="Marcus youngwavy" userId="33438cb5ad7eb8d7" providerId="LiveId" clId="{75091629-38F6-497F-A4E3-31CA9B76213B}" dt="2024-02-19T00:35:29.638" v="4762" actId="26606"/>
        <pc:sldMkLst>
          <pc:docMk/>
          <pc:sldMk cId="1157597487" sldId="267"/>
        </pc:sldMkLst>
        <pc:spChg chg="mod">
          <ac:chgData name="Marcus youngwavy" userId="33438cb5ad7eb8d7" providerId="LiveId" clId="{75091629-38F6-497F-A4E3-31CA9B76213B}" dt="2024-02-19T00:35:29.638" v="4762" actId="26606"/>
          <ac:spMkLst>
            <pc:docMk/>
            <pc:sldMk cId="1157597487" sldId="267"/>
            <ac:spMk id="2" creationId="{3E1ED34D-F0A9-B90B-1FAB-171FD8C77A2C}"/>
          </ac:spMkLst>
        </pc:spChg>
        <pc:spChg chg="del mod">
          <ac:chgData name="Marcus youngwavy" userId="33438cb5ad7eb8d7" providerId="LiveId" clId="{75091629-38F6-497F-A4E3-31CA9B76213B}" dt="2024-02-19T00:35:29.638" v="4762" actId="26606"/>
          <ac:spMkLst>
            <pc:docMk/>
            <pc:sldMk cId="1157597487" sldId="267"/>
            <ac:spMk id="3" creationId="{B861778F-132B-708A-2EA3-B593EFED767A}"/>
          </ac:spMkLst>
        </pc:spChg>
        <pc:spChg chg="add">
          <ac:chgData name="Marcus youngwavy" userId="33438cb5ad7eb8d7" providerId="LiveId" clId="{75091629-38F6-497F-A4E3-31CA9B76213B}" dt="2024-02-19T00:35:29.638" v="4762" actId="26606"/>
          <ac:spMkLst>
            <pc:docMk/>
            <pc:sldMk cId="1157597487" sldId="267"/>
            <ac:spMk id="9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5:29.638" v="4762" actId="26606"/>
          <ac:spMkLst>
            <pc:docMk/>
            <pc:sldMk cId="1157597487" sldId="267"/>
            <ac:spMk id="11" creationId="{37962AE0-6A1C-4B76-9D52-10E5E6D7D3BB}"/>
          </ac:spMkLst>
        </pc:spChg>
        <pc:grpChg chg="add">
          <ac:chgData name="Marcus youngwavy" userId="33438cb5ad7eb8d7" providerId="LiveId" clId="{75091629-38F6-497F-A4E3-31CA9B76213B}" dt="2024-02-19T00:35:29.638" v="4762" actId="26606"/>
          <ac:grpSpMkLst>
            <pc:docMk/>
            <pc:sldMk cId="1157597487" sldId="267"/>
            <ac:grpSpMk id="13" creationId="{0472A36C-8D48-42A9-9B72-88F9C5B9A128}"/>
          </ac:grpSpMkLst>
        </pc:grpChg>
        <pc:grpChg chg="add">
          <ac:chgData name="Marcus youngwavy" userId="33438cb5ad7eb8d7" providerId="LiveId" clId="{75091629-38F6-497F-A4E3-31CA9B76213B}" dt="2024-02-19T00:35:29.638" v="4762" actId="26606"/>
          <ac:grpSpMkLst>
            <pc:docMk/>
            <pc:sldMk cId="1157597487" sldId="267"/>
            <ac:grpSpMk id="23" creationId="{FA953E9F-25D1-4789-9B1D-51F868DADEF5}"/>
          </ac:grpSpMkLst>
        </pc:grpChg>
        <pc:graphicFrameChg chg="add">
          <ac:chgData name="Marcus youngwavy" userId="33438cb5ad7eb8d7" providerId="LiveId" clId="{75091629-38F6-497F-A4E3-31CA9B76213B}" dt="2024-02-19T00:35:29.638" v="4762" actId="26606"/>
          <ac:graphicFrameMkLst>
            <pc:docMk/>
            <pc:sldMk cId="1157597487" sldId="267"/>
            <ac:graphicFrameMk id="5" creationId="{E378B26E-35A9-5914-32A8-4B61CF179FBA}"/>
          </ac:graphicFrameMkLst>
        </pc:graphicFrameChg>
      </pc:sldChg>
      <pc:sldChg chg="addSp modSp new mod setBg">
        <pc:chgData name="Marcus youngwavy" userId="33438cb5ad7eb8d7" providerId="LiveId" clId="{75091629-38F6-497F-A4E3-31CA9B76213B}" dt="2024-02-19T00:35:45.635" v="4767" actId="403"/>
        <pc:sldMkLst>
          <pc:docMk/>
          <pc:sldMk cId="2338610796" sldId="268"/>
        </pc:sldMkLst>
        <pc:spChg chg="mod">
          <ac:chgData name="Marcus youngwavy" userId="33438cb5ad7eb8d7" providerId="LiveId" clId="{75091629-38F6-497F-A4E3-31CA9B76213B}" dt="2024-02-19T00:35:35.880" v="4763" actId="26606"/>
          <ac:spMkLst>
            <pc:docMk/>
            <pc:sldMk cId="2338610796" sldId="268"/>
            <ac:spMk id="2" creationId="{5BF617FC-A14E-4062-D664-5F467DF7A616}"/>
          </ac:spMkLst>
        </pc:spChg>
        <pc:spChg chg="mod">
          <ac:chgData name="Marcus youngwavy" userId="33438cb5ad7eb8d7" providerId="LiveId" clId="{75091629-38F6-497F-A4E3-31CA9B76213B}" dt="2024-02-19T00:35:45.635" v="4767" actId="403"/>
          <ac:spMkLst>
            <pc:docMk/>
            <pc:sldMk cId="2338610796" sldId="268"/>
            <ac:spMk id="3" creationId="{0E3C9835-BEC4-C5D1-22F7-130E48881977}"/>
          </ac:spMkLst>
        </pc:spChg>
        <pc:spChg chg="add">
          <ac:chgData name="Marcus youngwavy" userId="33438cb5ad7eb8d7" providerId="LiveId" clId="{75091629-38F6-497F-A4E3-31CA9B76213B}" dt="2024-02-19T00:35:35.880" v="4763" actId="26606"/>
          <ac:spMkLst>
            <pc:docMk/>
            <pc:sldMk cId="2338610796" sldId="268"/>
            <ac:spMk id="9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5:35.880" v="4763" actId="26606"/>
          <ac:spMkLst>
            <pc:docMk/>
            <pc:sldMk cId="2338610796" sldId="268"/>
            <ac:spMk id="11" creationId="{37962AE0-6A1C-4B76-9D52-10E5E6D7D3BB}"/>
          </ac:spMkLst>
        </pc:spChg>
        <pc:grpChg chg="add">
          <ac:chgData name="Marcus youngwavy" userId="33438cb5ad7eb8d7" providerId="LiveId" clId="{75091629-38F6-497F-A4E3-31CA9B76213B}" dt="2024-02-19T00:35:35.880" v="4763" actId="26606"/>
          <ac:grpSpMkLst>
            <pc:docMk/>
            <pc:sldMk cId="2338610796" sldId="268"/>
            <ac:grpSpMk id="13" creationId="{FADD1535-ED83-48B3-8EB1-671A080F0918}"/>
          </ac:grpSpMkLst>
        </pc:grpChg>
        <pc:grpChg chg="add">
          <ac:chgData name="Marcus youngwavy" userId="33438cb5ad7eb8d7" providerId="LiveId" clId="{75091629-38F6-497F-A4E3-31CA9B76213B}" dt="2024-02-19T00:35:35.880" v="4763" actId="26606"/>
          <ac:grpSpMkLst>
            <pc:docMk/>
            <pc:sldMk cId="2338610796" sldId="268"/>
            <ac:grpSpMk id="23" creationId="{01081332-6CA1-49C2-A979-7709509AD165}"/>
          </ac:grpSpMkLst>
        </pc:grpChg>
        <pc:picChg chg="add">
          <ac:chgData name="Marcus youngwavy" userId="33438cb5ad7eb8d7" providerId="LiveId" clId="{75091629-38F6-497F-A4E3-31CA9B76213B}" dt="2024-02-19T00:35:35.880" v="4763" actId="26606"/>
          <ac:picMkLst>
            <pc:docMk/>
            <pc:sldMk cId="2338610796" sldId="268"/>
            <ac:picMk id="5" creationId="{9E3E5CDF-D49B-7E8A-43FA-E9DDB23F19F9}"/>
          </ac:picMkLst>
        </pc:picChg>
      </pc:sldChg>
      <pc:sldChg chg="addSp modSp new mod setBg">
        <pc:chgData name="Marcus youngwavy" userId="33438cb5ad7eb8d7" providerId="LiveId" clId="{75091629-38F6-497F-A4E3-31CA9B76213B}" dt="2024-02-19T00:36:02.197" v="4773" actId="403"/>
        <pc:sldMkLst>
          <pc:docMk/>
          <pc:sldMk cId="3365166072" sldId="269"/>
        </pc:sldMkLst>
        <pc:spChg chg="mod">
          <ac:chgData name="Marcus youngwavy" userId="33438cb5ad7eb8d7" providerId="LiveId" clId="{75091629-38F6-497F-A4E3-31CA9B76213B}" dt="2024-02-19T00:35:52.197" v="4768" actId="26606"/>
          <ac:spMkLst>
            <pc:docMk/>
            <pc:sldMk cId="3365166072" sldId="269"/>
            <ac:spMk id="2" creationId="{74F92CD0-03F9-FDA5-1B1A-E50506748E6A}"/>
          </ac:spMkLst>
        </pc:spChg>
        <pc:spChg chg="mod">
          <ac:chgData name="Marcus youngwavy" userId="33438cb5ad7eb8d7" providerId="LiveId" clId="{75091629-38F6-497F-A4E3-31CA9B76213B}" dt="2024-02-19T00:36:02.197" v="4773" actId="403"/>
          <ac:spMkLst>
            <pc:docMk/>
            <pc:sldMk cId="3365166072" sldId="269"/>
            <ac:spMk id="3" creationId="{1C7DBC42-3FD9-3B68-6B5F-ABA90ED49ADA}"/>
          </ac:spMkLst>
        </pc:spChg>
        <pc:spChg chg="add">
          <ac:chgData name="Marcus youngwavy" userId="33438cb5ad7eb8d7" providerId="LiveId" clId="{75091629-38F6-497F-A4E3-31CA9B76213B}" dt="2024-02-19T00:35:52.197" v="4768" actId="26606"/>
          <ac:spMkLst>
            <pc:docMk/>
            <pc:sldMk cId="3365166072" sldId="269"/>
            <ac:spMk id="9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35:52.197" v="4768" actId="26606"/>
          <ac:spMkLst>
            <pc:docMk/>
            <pc:sldMk cId="3365166072" sldId="269"/>
            <ac:spMk id="11" creationId="{37962AE0-6A1C-4B76-9D52-10E5E6D7D3BB}"/>
          </ac:spMkLst>
        </pc:spChg>
        <pc:grpChg chg="add">
          <ac:chgData name="Marcus youngwavy" userId="33438cb5ad7eb8d7" providerId="LiveId" clId="{75091629-38F6-497F-A4E3-31CA9B76213B}" dt="2024-02-19T00:35:52.197" v="4768" actId="26606"/>
          <ac:grpSpMkLst>
            <pc:docMk/>
            <pc:sldMk cId="3365166072" sldId="269"/>
            <ac:grpSpMk id="13" creationId="{FADD1535-ED83-48B3-8EB1-671A080F0918}"/>
          </ac:grpSpMkLst>
        </pc:grpChg>
        <pc:grpChg chg="add">
          <ac:chgData name="Marcus youngwavy" userId="33438cb5ad7eb8d7" providerId="LiveId" clId="{75091629-38F6-497F-A4E3-31CA9B76213B}" dt="2024-02-19T00:35:52.197" v="4768" actId="26606"/>
          <ac:grpSpMkLst>
            <pc:docMk/>
            <pc:sldMk cId="3365166072" sldId="269"/>
            <ac:grpSpMk id="23" creationId="{01081332-6CA1-49C2-A979-7709509AD165}"/>
          </ac:grpSpMkLst>
        </pc:grpChg>
        <pc:picChg chg="add">
          <ac:chgData name="Marcus youngwavy" userId="33438cb5ad7eb8d7" providerId="LiveId" clId="{75091629-38F6-497F-A4E3-31CA9B76213B}" dt="2024-02-19T00:35:52.197" v="4768" actId="26606"/>
          <ac:picMkLst>
            <pc:docMk/>
            <pc:sldMk cId="3365166072" sldId="269"/>
            <ac:picMk id="5" creationId="{E2627E3C-74B0-CF37-ACCF-27D0EA162A13}"/>
          </ac:picMkLst>
        </pc:picChg>
      </pc:sldChg>
      <pc:sldChg chg="addSp delSp modSp new mod setBg">
        <pc:chgData name="Marcus youngwavy" userId="33438cb5ad7eb8d7" providerId="LiveId" clId="{75091629-38F6-497F-A4E3-31CA9B76213B}" dt="2024-02-19T00:59:46.927" v="5187" actId="27636"/>
        <pc:sldMkLst>
          <pc:docMk/>
          <pc:sldMk cId="349457515" sldId="270"/>
        </pc:sldMkLst>
        <pc:spChg chg="mod ord">
          <ac:chgData name="Marcus youngwavy" userId="33438cb5ad7eb8d7" providerId="LiveId" clId="{75091629-38F6-497F-A4E3-31CA9B76213B}" dt="2024-02-19T00:59:46.927" v="5187" actId="27636"/>
          <ac:spMkLst>
            <pc:docMk/>
            <pc:sldMk cId="349457515" sldId="270"/>
            <ac:spMk id="2" creationId="{397D74F2-F258-A7B6-9C9C-AC8DB25F13E4}"/>
          </ac:spMkLst>
        </pc:spChg>
        <pc:spChg chg="add del mod ord">
          <ac:chgData name="Marcus youngwavy" userId="33438cb5ad7eb8d7" providerId="LiveId" clId="{75091629-38F6-497F-A4E3-31CA9B76213B}" dt="2024-02-19T00:57:26.155" v="5149" actId="26606"/>
          <ac:spMkLst>
            <pc:docMk/>
            <pc:sldMk cId="349457515" sldId="270"/>
            <ac:spMk id="3" creationId="{AFCB7A41-4836-4969-FA38-21304DC4E7EC}"/>
          </ac:spMkLst>
        </pc:spChg>
        <pc:spChg chg="add del">
          <ac:chgData name="Marcus youngwavy" userId="33438cb5ad7eb8d7" providerId="LiveId" clId="{75091629-38F6-497F-A4E3-31CA9B76213B}" dt="2024-02-19T00:57:26.155" v="5149" actId="26606"/>
          <ac:spMkLst>
            <pc:docMk/>
            <pc:sldMk cId="349457515" sldId="270"/>
            <ac:spMk id="9" creationId="{8651CFA9-6065-4243-AC48-858E359780B1}"/>
          </ac:spMkLst>
        </pc:spChg>
        <pc:spChg chg="add del">
          <ac:chgData name="Marcus youngwavy" userId="33438cb5ad7eb8d7" providerId="LiveId" clId="{75091629-38F6-497F-A4E3-31CA9B76213B}" dt="2024-02-19T00:57:26.155" v="5149" actId="26606"/>
          <ac:spMkLst>
            <pc:docMk/>
            <pc:sldMk cId="349457515" sldId="270"/>
            <ac:spMk id="11" creationId="{37962AE0-6A1C-4B76-9D52-10E5E6D7D3BB}"/>
          </ac:spMkLst>
        </pc:spChg>
        <pc:spChg chg="add del">
          <ac:chgData name="Marcus youngwavy" userId="33438cb5ad7eb8d7" providerId="LiveId" clId="{75091629-38F6-497F-A4E3-31CA9B76213B}" dt="2024-02-19T00:57:09.589" v="5141" actId="26606"/>
          <ac:spMkLst>
            <pc:docMk/>
            <pc:sldMk cId="349457515" sldId="270"/>
            <ac:spMk id="37" creationId="{8651CFA9-6065-4243-AC48-858E359780B1}"/>
          </ac:spMkLst>
        </pc:spChg>
        <pc:spChg chg="add del">
          <ac:chgData name="Marcus youngwavy" userId="33438cb5ad7eb8d7" providerId="LiveId" clId="{75091629-38F6-497F-A4E3-31CA9B76213B}" dt="2024-02-19T00:57:09.589" v="5141" actId="26606"/>
          <ac:spMkLst>
            <pc:docMk/>
            <pc:sldMk cId="349457515" sldId="270"/>
            <ac:spMk id="39" creationId="{FBFC6891-CBA5-427E-98AC-BF56BB033089}"/>
          </ac:spMkLst>
        </pc:spChg>
        <pc:spChg chg="add del">
          <ac:chgData name="Marcus youngwavy" userId="33438cb5ad7eb8d7" providerId="LiveId" clId="{75091629-38F6-497F-A4E3-31CA9B76213B}" dt="2024-02-19T00:57:15.706" v="5144" actId="26606"/>
          <ac:spMkLst>
            <pc:docMk/>
            <pc:sldMk cId="349457515" sldId="270"/>
            <ac:spMk id="62" creationId="{8651CFA9-6065-4243-AC48-858E359780B1}"/>
          </ac:spMkLst>
        </pc:spChg>
        <pc:spChg chg="add del">
          <ac:chgData name="Marcus youngwavy" userId="33438cb5ad7eb8d7" providerId="LiveId" clId="{75091629-38F6-497F-A4E3-31CA9B76213B}" dt="2024-02-19T00:57:15.706" v="5144" actId="26606"/>
          <ac:spMkLst>
            <pc:docMk/>
            <pc:sldMk cId="349457515" sldId="270"/>
            <ac:spMk id="63" creationId="{37962AE0-6A1C-4B76-9D52-10E5E6D7D3BB}"/>
          </ac:spMkLst>
        </pc:spChg>
        <pc:spChg chg="add del">
          <ac:chgData name="Marcus youngwavy" userId="33438cb5ad7eb8d7" providerId="LiveId" clId="{75091629-38F6-497F-A4E3-31CA9B76213B}" dt="2024-02-19T00:57:19.836" v="5146" actId="26606"/>
          <ac:spMkLst>
            <pc:docMk/>
            <pc:sldMk cId="349457515" sldId="270"/>
            <ac:spMk id="83" creationId="{8651CFA9-6065-4243-AC48-858E359780B1}"/>
          </ac:spMkLst>
        </pc:spChg>
        <pc:spChg chg="add del">
          <ac:chgData name="Marcus youngwavy" userId="33438cb5ad7eb8d7" providerId="LiveId" clId="{75091629-38F6-497F-A4E3-31CA9B76213B}" dt="2024-02-19T00:57:19.836" v="5146" actId="26606"/>
          <ac:spMkLst>
            <pc:docMk/>
            <pc:sldMk cId="349457515" sldId="270"/>
            <ac:spMk id="84" creationId="{37962AE0-6A1C-4B76-9D52-10E5E6D7D3BB}"/>
          </ac:spMkLst>
        </pc:spChg>
        <pc:spChg chg="add del">
          <ac:chgData name="Marcus youngwavy" userId="33438cb5ad7eb8d7" providerId="LiveId" clId="{75091629-38F6-497F-A4E3-31CA9B76213B}" dt="2024-02-19T00:57:19.836" v="5146" actId="26606"/>
          <ac:spMkLst>
            <pc:docMk/>
            <pc:sldMk cId="349457515" sldId="270"/>
            <ac:spMk id="85" creationId="{16E12301-1C96-4D15-9838-D5B894B22365}"/>
          </ac:spMkLst>
        </pc:spChg>
        <pc:spChg chg="add del">
          <ac:chgData name="Marcus youngwavy" userId="33438cb5ad7eb8d7" providerId="LiveId" clId="{75091629-38F6-497F-A4E3-31CA9B76213B}" dt="2024-02-19T00:57:19.836" v="5146" actId="26606"/>
          <ac:spMkLst>
            <pc:docMk/>
            <pc:sldMk cId="349457515" sldId="270"/>
            <ac:spMk id="87" creationId="{AFCB7A41-4836-4969-FA38-21304DC4E7EC}"/>
          </ac:spMkLst>
        </pc:spChg>
        <pc:spChg chg="add del">
          <ac:chgData name="Marcus youngwavy" userId="33438cb5ad7eb8d7" providerId="LiveId" clId="{75091629-38F6-497F-A4E3-31CA9B76213B}" dt="2024-02-19T00:57:26.118" v="5148" actId="26606"/>
          <ac:spMkLst>
            <pc:docMk/>
            <pc:sldMk cId="349457515" sldId="270"/>
            <ac:spMk id="89" creationId="{8651CFA9-6065-4243-AC48-858E359780B1}"/>
          </ac:spMkLst>
        </pc:spChg>
        <pc:spChg chg="add del">
          <ac:chgData name="Marcus youngwavy" userId="33438cb5ad7eb8d7" providerId="LiveId" clId="{75091629-38F6-497F-A4E3-31CA9B76213B}" dt="2024-02-19T00:57:26.118" v="5148" actId="26606"/>
          <ac:spMkLst>
            <pc:docMk/>
            <pc:sldMk cId="349457515" sldId="270"/>
            <ac:spMk id="90" creationId="{37962AE0-6A1C-4B76-9D52-10E5E6D7D3BB}"/>
          </ac:spMkLst>
        </pc:spChg>
        <pc:spChg chg="add">
          <ac:chgData name="Marcus youngwavy" userId="33438cb5ad7eb8d7" providerId="LiveId" clId="{75091629-38F6-497F-A4E3-31CA9B76213B}" dt="2024-02-19T00:57:26.155" v="5149" actId="26606"/>
          <ac:spMkLst>
            <pc:docMk/>
            <pc:sldMk cId="349457515" sldId="270"/>
            <ac:spMk id="112" creationId="{8651CFA9-6065-4243-AC48-858E359780B1}"/>
          </ac:spMkLst>
        </pc:spChg>
        <pc:spChg chg="add">
          <ac:chgData name="Marcus youngwavy" userId="33438cb5ad7eb8d7" providerId="LiveId" clId="{75091629-38F6-497F-A4E3-31CA9B76213B}" dt="2024-02-19T00:57:26.155" v="5149" actId="26606"/>
          <ac:spMkLst>
            <pc:docMk/>
            <pc:sldMk cId="349457515" sldId="270"/>
            <ac:spMk id="113" creationId="{37962AE0-6A1C-4B76-9D52-10E5E6D7D3BB}"/>
          </ac:spMkLst>
        </pc:spChg>
        <pc:grpChg chg="add del">
          <ac:chgData name="Marcus youngwavy" userId="33438cb5ad7eb8d7" providerId="LiveId" clId="{75091629-38F6-497F-A4E3-31CA9B76213B}" dt="2024-02-19T00:57:26.155" v="5149" actId="26606"/>
          <ac:grpSpMkLst>
            <pc:docMk/>
            <pc:sldMk cId="349457515" sldId="270"/>
            <ac:grpSpMk id="13" creationId="{9C6A6A21-4C17-4D70-902F-429763934904}"/>
          </ac:grpSpMkLst>
        </pc:grpChg>
        <pc:grpChg chg="add del">
          <ac:chgData name="Marcus youngwavy" userId="33438cb5ad7eb8d7" providerId="LiveId" clId="{75091629-38F6-497F-A4E3-31CA9B76213B}" dt="2024-02-19T00:57:26.155" v="5149" actId="26606"/>
          <ac:grpSpMkLst>
            <pc:docMk/>
            <pc:sldMk cId="349457515" sldId="270"/>
            <ac:grpSpMk id="23" creationId="{741948F9-C525-410D-9F0C-63EA1E0F393C}"/>
          </ac:grpSpMkLst>
        </pc:grpChg>
        <pc:grpChg chg="mod replId">
          <ac:chgData name="Marcus youngwavy" userId="33438cb5ad7eb8d7" providerId="LiveId" clId="{75091629-38F6-497F-A4E3-31CA9B76213B}" dt="2024-02-19T00:57:15.706" v="5144" actId="26606"/>
          <ac:grpSpMkLst>
            <pc:docMk/>
            <pc:sldMk cId="349457515" sldId="270"/>
            <ac:grpSpMk id="24" creationId="{59C11362-4204-47B3-85DC-7A22A1E30387}"/>
          </ac:grpSpMkLst>
        </pc:grpChg>
        <pc:grpChg chg="add del">
          <ac:chgData name="Marcus youngwavy" userId="33438cb5ad7eb8d7" providerId="LiveId" clId="{75091629-38F6-497F-A4E3-31CA9B76213B}" dt="2024-02-19T00:57:09.589" v="5141" actId="26606"/>
          <ac:grpSpMkLst>
            <pc:docMk/>
            <pc:sldMk cId="349457515" sldId="270"/>
            <ac:grpSpMk id="41" creationId="{4CD73DBB-9AC8-4BE7-AA43-995A7495D73C}"/>
          </ac:grpSpMkLst>
        </pc:grpChg>
        <pc:grpChg chg="add del">
          <ac:chgData name="Marcus youngwavy" userId="33438cb5ad7eb8d7" providerId="LiveId" clId="{75091629-38F6-497F-A4E3-31CA9B76213B}" dt="2024-02-19T00:57:19.836" v="5146" actId="26606"/>
          <ac:grpSpMkLst>
            <pc:docMk/>
            <pc:sldMk cId="349457515" sldId="270"/>
            <ac:grpSpMk id="43" creationId="{D7A5FD75-4B35-4162-9304-569491255811}"/>
          </ac:grpSpMkLst>
        </pc:grpChg>
        <pc:grpChg chg="add del">
          <ac:chgData name="Marcus youngwavy" userId="33438cb5ad7eb8d7" providerId="LiveId" clId="{75091629-38F6-497F-A4E3-31CA9B76213B}" dt="2024-02-19T00:57:19.836" v="5146" actId="26606"/>
          <ac:grpSpMkLst>
            <pc:docMk/>
            <pc:sldMk cId="349457515" sldId="270"/>
            <ac:grpSpMk id="52" creationId="{34676384-D846-461C-B8F3-BDB849B4A408}"/>
          </ac:grpSpMkLst>
        </pc:grpChg>
        <pc:grpChg chg="add del">
          <ac:chgData name="Marcus youngwavy" userId="33438cb5ad7eb8d7" providerId="LiveId" clId="{75091629-38F6-497F-A4E3-31CA9B76213B}" dt="2024-02-19T00:57:09.589" v="5141" actId="26606"/>
          <ac:grpSpMkLst>
            <pc:docMk/>
            <pc:sldMk cId="349457515" sldId="270"/>
            <ac:grpSpMk id="53" creationId="{AAFDD3F2-C28D-4186-A9F0-DA324412D571}"/>
          </ac:grpSpMkLst>
        </pc:grpChg>
        <pc:grpChg chg="add del">
          <ac:chgData name="Marcus youngwavy" userId="33438cb5ad7eb8d7" providerId="LiveId" clId="{75091629-38F6-497F-A4E3-31CA9B76213B}" dt="2024-02-19T00:57:15.706" v="5144" actId="26606"/>
          <ac:grpSpMkLst>
            <pc:docMk/>
            <pc:sldMk cId="349457515" sldId="270"/>
            <ac:grpSpMk id="64" creationId="{9C6A6A21-4C17-4D70-902F-429763934904}"/>
          </ac:grpSpMkLst>
        </pc:grpChg>
        <pc:grpChg chg="add del">
          <ac:chgData name="Marcus youngwavy" userId="33438cb5ad7eb8d7" providerId="LiveId" clId="{75091629-38F6-497F-A4E3-31CA9B76213B}" dt="2024-02-19T00:57:15.706" v="5144" actId="26606"/>
          <ac:grpSpMkLst>
            <pc:docMk/>
            <pc:sldMk cId="349457515" sldId="270"/>
            <ac:grpSpMk id="73" creationId="{741948F9-C525-410D-9F0C-63EA1E0F393C}"/>
          </ac:grpSpMkLst>
        </pc:grpChg>
        <pc:grpChg chg="add del">
          <ac:chgData name="Marcus youngwavy" userId="33438cb5ad7eb8d7" providerId="LiveId" clId="{75091629-38F6-497F-A4E3-31CA9B76213B}" dt="2024-02-19T00:57:26.118" v="5148" actId="26606"/>
          <ac:grpSpMkLst>
            <pc:docMk/>
            <pc:sldMk cId="349457515" sldId="270"/>
            <ac:grpSpMk id="91" creationId="{9C6A6A21-4C17-4D70-902F-429763934904}"/>
          </ac:grpSpMkLst>
        </pc:grpChg>
        <pc:grpChg chg="add del">
          <ac:chgData name="Marcus youngwavy" userId="33438cb5ad7eb8d7" providerId="LiveId" clId="{75091629-38F6-497F-A4E3-31CA9B76213B}" dt="2024-02-19T00:57:26.118" v="5148" actId="26606"/>
          <ac:grpSpMkLst>
            <pc:docMk/>
            <pc:sldMk cId="349457515" sldId="270"/>
            <ac:grpSpMk id="101" creationId="{741948F9-C525-410D-9F0C-63EA1E0F393C}"/>
          </ac:grpSpMkLst>
        </pc:grpChg>
        <pc:grpChg chg="add">
          <ac:chgData name="Marcus youngwavy" userId="33438cb5ad7eb8d7" providerId="LiveId" clId="{75091629-38F6-497F-A4E3-31CA9B76213B}" dt="2024-02-19T00:57:26.155" v="5149" actId="26606"/>
          <ac:grpSpMkLst>
            <pc:docMk/>
            <pc:sldMk cId="349457515" sldId="270"/>
            <ac:grpSpMk id="114" creationId="{9C6A6A21-4C17-4D70-902F-429763934904}"/>
          </ac:grpSpMkLst>
        </pc:grpChg>
        <pc:grpChg chg="add">
          <ac:chgData name="Marcus youngwavy" userId="33438cb5ad7eb8d7" providerId="LiveId" clId="{75091629-38F6-497F-A4E3-31CA9B76213B}" dt="2024-02-19T00:57:26.155" v="5149" actId="26606"/>
          <ac:grpSpMkLst>
            <pc:docMk/>
            <pc:sldMk cId="349457515" sldId="270"/>
            <ac:grpSpMk id="124" creationId="{741948F9-C525-410D-9F0C-63EA1E0F393C}"/>
          </ac:grpSpMkLst>
        </pc:grpChg>
        <pc:graphicFrameChg chg="add del">
          <ac:chgData name="Marcus youngwavy" userId="33438cb5ad7eb8d7" providerId="LiveId" clId="{75091629-38F6-497F-A4E3-31CA9B76213B}" dt="2024-02-19T00:57:15.706" v="5144" actId="26606"/>
          <ac:graphicFrameMkLst>
            <pc:docMk/>
            <pc:sldMk cId="349457515" sldId="270"/>
            <ac:graphicFrameMk id="34" creationId="{77CE6C48-428B-AD95-B562-B7D5011A2A01}"/>
          </ac:graphicFrameMkLst>
        </pc:graphicFrameChg>
        <pc:graphicFrameChg chg="add del">
          <ac:chgData name="Marcus youngwavy" userId="33438cb5ad7eb8d7" providerId="LiveId" clId="{75091629-38F6-497F-A4E3-31CA9B76213B}" dt="2024-02-19T00:57:26.118" v="5148" actId="26606"/>
          <ac:graphicFrameMkLst>
            <pc:docMk/>
            <pc:sldMk cId="349457515" sldId="270"/>
            <ac:graphicFrameMk id="100" creationId="{FED0345A-85D8-038B-C552-82DB1FDAC7B3}"/>
          </ac:graphicFrameMkLst>
        </pc:graphicFrameChg>
        <pc:graphicFrameChg chg="add mod modGraphic">
          <ac:chgData name="Marcus youngwavy" userId="33438cb5ad7eb8d7" providerId="LiveId" clId="{75091629-38F6-497F-A4E3-31CA9B76213B}" dt="2024-02-19T00:59:43.587" v="5185" actId="14100"/>
          <ac:graphicFrameMkLst>
            <pc:docMk/>
            <pc:sldMk cId="349457515" sldId="270"/>
            <ac:graphicFrameMk id="123" creationId="{77CE6C48-428B-AD95-B562-B7D5011A2A01}"/>
          </ac:graphicFrameMkLst>
        </pc:graphicFrameChg>
        <pc:picChg chg="add mod">
          <ac:chgData name="Marcus youngwavy" userId="33438cb5ad7eb8d7" providerId="LiveId" clId="{75091629-38F6-497F-A4E3-31CA9B76213B}" dt="2024-02-19T00:57:19.836" v="5146" actId="26606"/>
          <ac:picMkLst>
            <pc:docMk/>
            <pc:sldMk cId="349457515" sldId="270"/>
            <ac:picMk id="5" creationId="{EA1C6534-AD33-5432-AC1F-303ABDB0C312}"/>
          </ac:picMkLst>
        </pc:picChg>
      </pc:sldChg>
      <pc:sldMasterChg chg="add del addSldLayout delSldLayout">
        <pc:chgData name="Marcus youngwavy" userId="33438cb5ad7eb8d7" providerId="LiveId" clId="{75091629-38F6-497F-A4E3-31CA9B76213B}" dt="2024-02-18T23:37:21.720" v="300" actId="26606"/>
        <pc:sldMasterMkLst>
          <pc:docMk/>
          <pc:sldMasterMk cId="3338660551" sldId="2147483648"/>
        </pc:sldMasterMkLst>
        <pc:sldLayoutChg chg="add del">
          <pc:chgData name="Marcus youngwavy" userId="33438cb5ad7eb8d7" providerId="LiveId" clId="{75091629-38F6-497F-A4E3-31CA9B76213B}" dt="2024-02-18T23:37:21.720" v="300" actId="26606"/>
          <pc:sldLayoutMkLst>
            <pc:docMk/>
            <pc:sldMasterMk cId="3338660551" sldId="2147483648"/>
            <pc:sldLayoutMk cId="2173344586" sldId="2147483649"/>
          </pc:sldLayoutMkLst>
        </pc:sldLayoutChg>
        <pc:sldLayoutChg chg="add del">
          <pc:chgData name="Marcus youngwavy" userId="33438cb5ad7eb8d7" providerId="LiveId" clId="{75091629-38F6-497F-A4E3-31CA9B76213B}" dt="2024-02-18T23:37:21.720" v="300" actId="26606"/>
          <pc:sldLayoutMkLst>
            <pc:docMk/>
            <pc:sldMasterMk cId="3338660551" sldId="2147483648"/>
            <pc:sldLayoutMk cId="3628338721" sldId="2147483650"/>
          </pc:sldLayoutMkLst>
        </pc:sldLayoutChg>
        <pc:sldLayoutChg chg="add del">
          <pc:chgData name="Marcus youngwavy" userId="33438cb5ad7eb8d7" providerId="LiveId" clId="{75091629-38F6-497F-A4E3-31CA9B76213B}" dt="2024-02-18T23:37:21.720" v="300" actId="26606"/>
          <pc:sldLayoutMkLst>
            <pc:docMk/>
            <pc:sldMasterMk cId="3338660551" sldId="2147483648"/>
            <pc:sldLayoutMk cId="3541032013" sldId="2147483651"/>
          </pc:sldLayoutMkLst>
        </pc:sldLayoutChg>
        <pc:sldLayoutChg chg="add del">
          <pc:chgData name="Marcus youngwavy" userId="33438cb5ad7eb8d7" providerId="LiveId" clId="{75091629-38F6-497F-A4E3-31CA9B76213B}" dt="2024-02-18T23:37:21.720" v="300" actId="26606"/>
          <pc:sldLayoutMkLst>
            <pc:docMk/>
            <pc:sldMasterMk cId="3338660551" sldId="2147483648"/>
            <pc:sldLayoutMk cId="3041206610" sldId="2147483652"/>
          </pc:sldLayoutMkLst>
        </pc:sldLayoutChg>
        <pc:sldLayoutChg chg="add del">
          <pc:chgData name="Marcus youngwavy" userId="33438cb5ad7eb8d7" providerId="LiveId" clId="{75091629-38F6-497F-A4E3-31CA9B76213B}" dt="2024-02-18T23:37:21.720" v="300" actId="26606"/>
          <pc:sldLayoutMkLst>
            <pc:docMk/>
            <pc:sldMasterMk cId="3338660551" sldId="2147483648"/>
            <pc:sldLayoutMk cId="695455367" sldId="2147483653"/>
          </pc:sldLayoutMkLst>
        </pc:sldLayoutChg>
        <pc:sldLayoutChg chg="add del">
          <pc:chgData name="Marcus youngwavy" userId="33438cb5ad7eb8d7" providerId="LiveId" clId="{75091629-38F6-497F-A4E3-31CA9B76213B}" dt="2024-02-18T23:37:21.720" v="300" actId="26606"/>
          <pc:sldLayoutMkLst>
            <pc:docMk/>
            <pc:sldMasterMk cId="3338660551" sldId="2147483648"/>
            <pc:sldLayoutMk cId="2633619741" sldId="2147483654"/>
          </pc:sldLayoutMkLst>
        </pc:sldLayoutChg>
        <pc:sldLayoutChg chg="add del">
          <pc:chgData name="Marcus youngwavy" userId="33438cb5ad7eb8d7" providerId="LiveId" clId="{75091629-38F6-497F-A4E3-31CA9B76213B}" dt="2024-02-18T23:37:21.720" v="300" actId="26606"/>
          <pc:sldLayoutMkLst>
            <pc:docMk/>
            <pc:sldMasterMk cId="3338660551" sldId="2147483648"/>
            <pc:sldLayoutMk cId="2675192836" sldId="2147483655"/>
          </pc:sldLayoutMkLst>
        </pc:sldLayoutChg>
        <pc:sldLayoutChg chg="add del">
          <pc:chgData name="Marcus youngwavy" userId="33438cb5ad7eb8d7" providerId="LiveId" clId="{75091629-38F6-497F-A4E3-31CA9B76213B}" dt="2024-02-18T23:37:21.720" v="300" actId="26606"/>
          <pc:sldLayoutMkLst>
            <pc:docMk/>
            <pc:sldMasterMk cId="3338660551" sldId="2147483648"/>
            <pc:sldLayoutMk cId="2004265977" sldId="2147483656"/>
          </pc:sldLayoutMkLst>
        </pc:sldLayoutChg>
        <pc:sldLayoutChg chg="add del">
          <pc:chgData name="Marcus youngwavy" userId="33438cb5ad7eb8d7" providerId="LiveId" clId="{75091629-38F6-497F-A4E3-31CA9B76213B}" dt="2024-02-18T23:37:21.720" v="300" actId="26606"/>
          <pc:sldLayoutMkLst>
            <pc:docMk/>
            <pc:sldMasterMk cId="3338660551" sldId="2147483648"/>
            <pc:sldLayoutMk cId="2819068222" sldId="2147483657"/>
          </pc:sldLayoutMkLst>
        </pc:sldLayoutChg>
        <pc:sldLayoutChg chg="add del">
          <pc:chgData name="Marcus youngwavy" userId="33438cb5ad7eb8d7" providerId="LiveId" clId="{75091629-38F6-497F-A4E3-31CA9B76213B}" dt="2024-02-18T23:37:21.720" v="300" actId="26606"/>
          <pc:sldLayoutMkLst>
            <pc:docMk/>
            <pc:sldMasterMk cId="3338660551" sldId="2147483648"/>
            <pc:sldLayoutMk cId="2985686901" sldId="2147483658"/>
          </pc:sldLayoutMkLst>
        </pc:sldLayoutChg>
        <pc:sldLayoutChg chg="add del">
          <pc:chgData name="Marcus youngwavy" userId="33438cb5ad7eb8d7" providerId="LiveId" clId="{75091629-38F6-497F-A4E3-31CA9B76213B}" dt="2024-02-18T23:37:21.720" v="300" actId="26606"/>
          <pc:sldLayoutMkLst>
            <pc:docMk/>
            <pc:sldMasterMk cId="3338660551" sldId="2147483648"/>
            <pc:sldLayoutMk cId="1007686875" sldId="2147483659"/>
          </pc:sldLayoutMkLst>
        </pc:sldLayoutChg>
      </pc:sldMasterChg>
      <pc:sldMasterChg chg="add del addSldLayout delSldLayout">
        <pc:chgData name="Marcus youngwavy" userId="33438cb5ad7eb8d7" providerId="LiveId" clId="{75091629-38F6-497F-A4E3-31CA9B76213B}" dt="2024-02-18T23:35:09.419" v="137" actId="26606"/>
        <pc:sldMasterMkLst>
          <pc:docMk/>
          <pc:sldMasterMk cId="2465874781" sldId="2147483673"/>
        </pc:sldMasterMkLst>
        <pc:sldLayoutChg chg="add del">
          <pc:chgData name="Marcus youngwavy" userId="33438cb5ad7eb8d7" providerId="LiveId" clId="{75091629-38F6-497F-A4E3-31CA9B76213B}" dt="2024-02-18T23:35:09.419" v="137" actId="26606"/>
          <pc:sldLayoutMkLst>
            <pc:docMk/>
            <pc:sldMasterMk cId="2465874781" sldId="2147483673"/>
            <pc:sldLayoutMk cId="3037718870" sldId="2147483662"/>
          </pc:sldLayoutMkLst>
        </pc:sldLayoutChg>
        <pc:sldLayoutChg chg="add del">
          <pc:chgData name="Marcus youngwavy" userId="33438cb5ad7eb8d7" providerId="LiveId" clId="{75091629-38F6-497F-A4E3-31CA9B76213B}" dt="2024-02-18T23:35:09.419" v="137" actId="26606"/>
          <pc:sldLayoutMkLst>
            <pc:docMk/>
            <pc:sldMasterMk cId="2465874781" sldId="2147483673"/>
            <pc:sldLayoutMk cId="1917231660" sldId="2147483663"/>
          </pc:sldLayoutMkLst>
        </pc:sldLayoutChg>
        <pc:sldLayoutChg chg="add del">
          <pc:chgData name="Marcus youngwavy" userId="33438cb5ad7eb8d7" providerId="LiveId" clId="{75091629-38F6-497F-A4E3-31CA9B76213B}" dt="2024-02-18T23:35:09.419" v="137" actId="26606"/>
          <pc:sldLayoutMkLst>
            <pc:docMk/>
            <pc:sldMasterMk cId="2465874781" sldId="2147483673"/>
            <pc:sldLayoutMk cId="4171201864" sldId="2147483664"/>
          </pc:sldLayoutMkLst>
        </pc:sldLayoutChg>
        <pc:sldLayoutChg chg="add del">
          <pc:chgData name="Marcus youngwavy" userId="33438cb5ad7eb8d7" providerId="LiveId" clId="{75091629-38F6-497F-A4E3-31CA9B76213B}" dt="2024-02-18T23:35:09.419" v="137" actId="26606"/>
          <pc:sldLayoutMkLst>
            <pc:docMk/>
            <pc:sldMasterMk cId="2465874781" sldId="2147483673"/>
            <pc:sldLayoutMk cId="1009759771" sldId="2147483665"/>
          </pc:sldLayoutMkLst>
        </pc:sldLayoutChg>
        <pc:sldLayoutChg chg="add del">
          <pc:chgData name="Marcus youngwavy" userId="33438cb5ad7eb8d7" providerId="LiveId" clId="{75091629-38F6-497F-A4E3-31CA9B76213B}" dt="2024-02-18T23:35:09.419" v="137" actId="26606"/>
          <pc:sldLayoutMkLst>
            <pc:docMk/>
            <pc:sldMasterMk cId="2465874781" sldId="2147483673"/>
            <pc:sldLayoutMk cId="412054291" sldId="2147483666"/>
          </pc:sldLayoutMkLst>
        </pc:sldLayoutChg>
        <pc:sldLayoutChg chg="add del">
          <pc:chgData name="Marcus youngwavy" userId="33438cb5ad7eb8d7" providerId="LiveId" clId="{75091629-38F6-497F-A4E3-31CA9B76213B}" dt="2024-02-18T23:35:09.419" v="137" actId="26606"/>
          <pc:sldLayoutMkLst>
            <pc:docMk/>
            <pc:sldMasterMk cId="2465874781" sldId="2147483673"/>
            <pc:sldLayoutMk cId="1919210552" sldId="2147483667"/>
          </pc:sldLayoutMkLst>
        </pc:sldLayoutChg>
        <pc:sldLayoutChg chg="add del">
          <pc:chgData name="Marcus youngwavy" userId="33438cb5ad7eb8d7" providerId="LiveId" clId="{75091629-38F6-497F-A4E3-31CA9B76213B}" dt="2024-02-18T23:35:09.419" v="137" actId="26606"/>
          <pc:sldLayoutMkLst>
            <pc:docMk/>
            <pc:sldMasterMk cId="2465874781" sldId="2147483673"/>
            <pc:sldLayoutMk cId="4065964290" sldId="2147483668"/>
          </pc:sldLayoutMkLst>
        </pc:sldLayoutChg>
        <pc:sldLayoutChg chg="add del">
          <pc:chgData name="Marcus youngwavy" userId="33438cb5ad7eb8d7" providerId="LiveId" clId="{75091629-38F6-497F-A4E3-31CA9B76213B}" dt="2024-02-18T23:35:09.419" v="137" actId="26606"/>
          <pc:sldLayoutMkLst>
            <pc:docMk/>
            <pc:sldMasterMk cId="2465874781" sldId="2147483673"/>
            <pc:sldLayoutMk cId="2094119839" sldId="2147483669"/>
          </pc:sldLayoutMkLst>
        </pc:sldLayoutChg>
        <pc:sldLayoutChg chg="add del">
          <pc:chgData name="Marcus youngwavy" userId="33438cb5ad7eb8d7" providerId="LiveId" clId="{75091629-38F6-497F-A4E3-31CA9B76213B}" dt="2024-02-18T23:35:09.419" v="137" actId="26606"/>
          <pc:sldLayoutMkLst>
            <pc:docMk/>
            <pc:sldMasterMk cId="2465874781" sldId="2147483673"/>
            <pc:sldLayoutMk cId="1299830490" sldId="2147483670"/>
          </pc:sldLayoutMkLst>
        </pc:sldLayoutChg>
        <pc:sldLayoutChg chg="add del">
          <pc:chgData name="Marcus youngwavy" userId="33438cb5ad7eb8d7" providerId="LiveId" clId="{75091629-38F6-497F-A4E3-31CA9B76213B}" dt="2024-02-18T23:35:09.419" v="137" actId="26606"/>
          <pc:sldLayoutMkLst>
            <pc:docMk/>
            <pc:sldMasterMk cId="2465874781" sldId="2147483673"/>
            <pc:sldLayoutMk cId="543461429" sldId="2147483671"/>
          </pc:sldLayoutMkLst>
        </pc:sldLayoutChg>
        <pc:sldLayoutChg chg="add del">
          <pc:chgData name="Marcus youngwavy" userId="33438cb5ad7eb8d7" providerId="LiveId" clId="{75091629-38F6-497F-A4E3-31CA9B76213B}" dt="2024-02-18T23:35:09.419" v="137" actId="26606"/>
          <pc:sldLayoutMkLst>
            <pc:docMk/>
            <pc:sldMasterMk cId="2465874781" sldId="2147483673"/>
            <pc:sldLayoutMk cId="778746475" sldId="2147483672"/>
          </pc:sldLayoutMkLst>
        </pc:sldLayoutChg>
      </pc:sldMasterChg>
      <pc:sldMasterChg chg="add del addSldLayout delSldLayout">
        <pc:chgData name="Marcus youngwavy" userId="33438cb5ad7eb8d7" providerId="LiveId" clId="{75091629-38F6-497F-A4E3-31CA9B76213B}" dt="2024-02-18T23:42:15.777" v="346" actId="26606"/>
        <pc:sldMasterMkLst>
          <pc:docMk/>
          <pc:sldMasterMk cId="1928395512" sldId="2147483699"/>
        </pc:sldMasterMkLst>
        <pc:sldLayoutChg chg="add del">
          <pc:chgData name="Marcus youngwavy" userId="33438cb5ad7eb8d7" providerId="LiveId" clId="{75091629-38F6-497F-A4E3-31CA9B76213B}" dt="2024-02-18T23:42:15.777" v="346" actId="26606"/>
          <pc:sldLayoutMkLst>
            <pc:docMk/>
            <pc:sldMasterMk cId="1928395512" sldId="2147483699"/>
            <pc:sldLayoutMk cId="1056822395" sldId="2147483688"/>
          </pc:sldLayoutMkLst>
        </pc:sldLayoutChg>
        <pc:sldLayoutChg chg="add del">
          <pc:chgData name="Marcus youngwavy" userId="33438cb5ad7eb8d7" providerId="LiveId" clId="{75091629-38F6-497F-A4E3-31CA9B76213B}" dt="2024-02-18T23:42:15.777" v="346" actId="26606"/>
          <pc:sldLayoutMkLst>
            <pc:docMk/>
            <pc:sldMasterMk cId="1928395512" sldId="2147483699"/>
            <pc:sldLayoutMk cId="810905151" sldId="2147483689"/>
          </pc:sldLayoutMkLst>
        </pc:sldLayoutChg>
        <pc:sldLayoutChg chg="add del">
          <pc:chgData name="Marcus youngwavy" userId="33438cb5ad7eb8d7" providerId="LiveId" clId="{75091629-38F6-497F-A4E3-31CA9B76213B}" dt="2024-02-18T23:42:15.777" v="346" actId="26606"/>
          <pc:sldLayoutMkLst>
            <pc:docMk/>
            <pc:sldMasterMk cId="1928395512" sldId="2147483699"/>
            <pc:sldLayoutMk cId="364535344" sldId="2147483690"/>
          </pc:sldLayoutMkLst>
        </pc:sldLayoutChg>
        <pc:sldLayoutChg chg="add del">
          <pc:chgData name="Marcus youngwavy" userId="33438cb5ad7eb8d7" providerId="LiveId" clId="{75091629-38F6-497F-A4E3-31CA9B76213B}" dt="2024-02-18T23:42:15.777" v="346" actId="26606"/>
          <pc:sldLayoutMkLst>
            <pc:docMk/>
            <pc:sldMasterMk cId="1928395512" sldId="2147483699"/>
            <pc:sldLayoutMk cId="1289598731" sldId="2147483691"/>
          </pc:sldLayoutMkLst>
        </pc:sldLayoutChg>
        <pc:sldLayoutChg chg="add del">
          <pc:chgData name="Marcus youngwavy" userId="33438cb5ad7eb8d7" providerId="LiveId" clId="{75091629-38F6-497F-A4E3-31CA9B76213B}" dt="2024-02-18T23:42:15.777" v="346" actId="26606"/>
          <pc:sldLayoutMkLst>
            <pc:docMk/>
            <pc:sldMasterMk cId="1928395512" sldId="2147483699"/>
            <pc:sldLayoutMk cId="3975808205" sldId="2147483692"/>
          </pc:sldLayoutMkLst>
        </pc:sldLayoutChg>
        <pc:sldLayoutChg chg="add del">
          <pc:chgData name="Marcus youngwavy" userId="33438cb5ad7eb8d7" providerId="LiveId" clId="{75091629-38F6-497F-A4E3-31CA9B76213B}" dt="2024-02-18T23:42:15.777" v="346" actId="26606"/>
          <pc:sldLayoutMkLst>
            <pc:docMk/>
            <pc:sldMasterMk cId="1928395512" sldId="2147483699"/>
            <pc:sldLayoutMk cId="993902045" sldId="2147483693"/>
          </pc:sldLayoutMkLst>
        </pc:sldLayoutChg>
        <pc:sldLayoutChg chg="add del">
          <pc:chgData name="Marcus youngwavy" userId="33438cb5ad7eb8d7" providerId="LiveId" clId="{75091629-38F6-497F-A4E3-31CA9B76213B}" dt="2024-02-18T23:42:15.777" v="346" actId="26606"/>
          <pc:sldLayoutMkLst>
            <pc:docMk/>
            <pc:sldMasterMk cId="1928395512" sldId="2147483699"/>
            <pc:sldLayoutMk cId="1035392488" sldId="2147483694"/>
          </pc:sldLayoutMkLst>
        </pc:sldLayoutChg>
        <pc:sldLayoutChg chg="add del">
          <pc:chgData name="Marcus youngwavy" userId="33438cb5ad7eb8d7" providerId="LiveId" clId="{75091629-38F6-497F-A4E3-31CA9B76213B}" dt="2024-02-18T23:42:15.777" v="346" actId="26606"/>
          <pc:sldLayoutMkLst>
            <pc:docMk/>
            <pc:sldMasterMk cId="1928395512" sldId="2147483699"/>
            <pc:sldLayoutMk cId="177704816" sldId="2147483695"/>
          </pc:sldLayoutMkLst>
        </pc:sldLayoutChg>
        <pc:sldLayoutChg chg="add del">
          <pc:chgData name="Marcus youngwavy" userId="33438cb5ad7eb8d7" providerId="LiveId" clId="{75091629-38F6-497F-A4E3-31CA9B76213B}" dt="2024-02-18T23:42:15.777" v="346" actId="26606"/>
          <pc:sldLayoutMkLst>
            <pc:docMk/>
            <pc:sldMasterMk cId="1928395512" sldId="2147483699"/>
            <pc:sldLayoutMk cId="4004497725" sldId="2147483696"/>
          </pc:sldLayoutMkLst>
        </pc:sldLayoutChg>
        <pc:sldLayoutChg chg="add del">
          <pc:chgData name="Marcus youngwavy" userId="33438cb5ad7eb8d7" providerId="LiveId" clId="{75091629-38F6-497F-A4E3-31CA9B76213B}" dt="2024-02-18T23:42:15.777" v="346" actId="26606"/>
          <pc:sldLayoutMkLst>
            <pc:docMk/>
            <pc:sldMasterMk cId="1928395512" sldId="2147483699"/>
            <pc:sldLayoutMk cId="1520559097" sldId="2147483697"/>
          </pc:sldLayoutMkLst>
        </pc:sldLayoutChg>
        <pc:sldLayoutChg chg="add del">
          <pc:chgData name="Marcus youngwavy" userId="33438cb5ad7eb8d7" providerId="LiveId" clId="{75091629-38F6-497F-A4E3-31CA9B76213B}" dt="2024-02-18T23:42:15.777" v="346" actId="26606"/>
          <pc:sldLayoutMkLst>
            <pc:docMk/>
            <pc:sldMasterMk cId="1928395512" sldId="2147483699"/>
            <pc:sldLayoutMk cId="1333472692" sldId="2147483698"/>
          </pc:sldLayoutMkLst>
        </pc:sldLayoutChg>
      </pc:sldMasterChg>
      <pc:sldMasterChg chg="add del addSldLayout delSldLayout">
        <pc:chgData name="Marcus youngwavy" userId="33438cb5ad7eb8d7" providerId="LiveId" clId="{75091629-38F6-497F-A4E3-31CA9B76213B}" dt="2024-02-18T23:30:47.475" v="123" actId="26606"/>
        <pc:sldMasterMkLst>
          <pc:docMk/>
          <pc:sldMasterMk cId="4090947570" sldId="2147483699"/>
        </pc:sldMasterMkLst>
        <pc:sldLayoutChg chg="add del">
          <pc:chgData name="Marcus youngwavy" userId="33438cb5ad7eb8d7" providerId="LiveId" clId="{75091629-38F6-497F-A4E3-31CA9B76213B}" dt="2024-02-18T23:30:47.475" v="123" actId="26606"/>
          <pc:sldLayoutMkLst>
            <pc:docMk/>
            <pc:sldMasterMk cId="4090947570" sldId="2147483699"/>
            <pc:sldLayoutMk cId="2082496579" sldId="2147483688"/>
          </pc:sldLayoutMkLst>
        </pc:sldLayoutChg>
        <pc:sldLayoutChg chg="add del">
          <pc:chgData name="Marcus youngwavy" userId="33438cb5ad7eb8d7" providerId="LiveId" clId="{75091629-38F6-497F-A4E3-31CA9B76213B}" dt="2024-02-18T23:30:47.475" v="123" actId="26606"/>
          <pc:sldLayoutMkLst>
            <pc:docMk/>
            <pc:sldMasterMk cId="4090947570" sldId="2147483699"/>
            <pc:sldLayoutMk cId="1289367099" sldId="2147483689"/>
          </pc:sldLayoutMkLst>
        </pc:sldLayoutChg>
        <pc:sldLayoutChg chg="add del">
          <pc:chgData name="Marcus youngwavy" userId="33438cb5ad7eb8d7" providerId="LiveId" clId="{75091629-38F6-497F-A4E3-31CA9B76213B}" dt="2024-02-18T23:30:47.475" v="123" actId="26606"/>
          <pc:sldLayoutMkLst>
            <pc:docMk/>
            <pc:sldMasterMk cId="4090947570" sldId="2147483699"/>
            <pc:sldLayoutMk cId="197230340" sldId="2147483690"/>
          </pc:sldLayoutMkLst>
        </pc:sldLayoutChg>
        <pc:sldLayoutChg chg="add del">
          <pc:chgData name="Marcus youngwavy" userId="33438cb5ad7eb8d7" providerId="LiveId" clId="{75091629-38F6-497F-A4E3-31CA9B76213B}" dt="2024-02-18T23:30:47.475" v="123" actId="26606"/>
          <pc:sldLayoutMkLst>
            <pc:docMk/>
            <pc:sldMasterMk cId="4090947570" sldId="2147483699"/>
            <pc:sldLayoutMk cId="1821149786" sldId="2147483691"/>
          </pc:sldLayoutMkLst>
        </pc:sldLayoutChg>
        <pc:sldLayoutChg chg="add del">
          <pc:chgData name="Marcus youngwavy" userId="33438cb5ad7eb8d7" providerId="LiveId" clId="{75091629-38F6-497F-A4E3-31CA9B76213B}" dt="2024-02-18T23:30:47.475" v="123" actId="26606"/>
          <pc:sldLayoutMkLst>
            <pc:docMk/>
            <pc:sldMasterMk cId="4090947570" sldId="2147483699"/>
            <pc:sldLayoutMk cId="3420786577" sldId="2147483692"/>
          </pc:sldLayoutMkLst>
        </pc:sldLayoutChg>
        <pc:sldLayoutChg chg="add del">
          <pc:chgData name="Marcus youngwavy" userId="33438cb5ad7eb8d7" providerId="LiveId" clId="{75091629-38F6-497F-A4E3-31CA9B76213B}" dt="2024-02-18T23:30:47.475" v="123" actId="26606"/>
          <pc:sldLayoutMkLst>
            <pc:docMk/>
            <pc:sldMasterMk cId="4090947570" sldId="2147483699"/>
            <pc:sldLayoutMk cId="3263457834" sldId="2147483693"/>
          </pc:sldLayoutMkLst>
        </pc:sldLayoutChg>
        <pc:sldLayoutChg chg="add del">
          <pc:chgData name="Marcus youngwavy" userId="33438cb5ad7eb8d7" providerId="LiveId" clId="{75091629-38F6-497F-A4E3-31CA9B76213B}" dt="2024-02-18T23:30:47.475" v="123" actId="26606"/>
          <pc:sldLayoutMkLst>
            <pc:docMk/>
            <pc:sldMasterMk cId="4090947570" sldId="2147483699"/>
            <pc:sldLayoutMk cId="1054913533" sldId="2147483694"/>
          </pc:sldLayoutMkLst>
        </pc:sldLayoutChg>
        <pc:sldLayoutChg chg="add del">
          <pc:chgData name="Marcus youngwavy" userId="33438cb5ad7eb8d7" providerId="LiveId" clId="{75091629-38F6-497F-A4E3-31CA9B76213B}" dt="2024-02-18T23:30:47.475" v="123" actId="26606"/>
          <pc:sldLayoutMkLst>
            <pc:docMk/>
            <pc:sldMasterMk cId="4090947570" sldId="2147483699"/>
            <pc:sldLayoutMk cId="2602701673" sldId="2147483695"/>
          </pc:sldLayoutMkLst>
        </pc:sldLayoutChg>
        <pc:sldLayoutChg chg="add del">
          <pc:chgData name="Marcus youngwavy" userId="33438cb5ad7eb8d7" providerId="LiveId" clId="{75091629-38F6-497F-A4E3-31CA9B76213B}" dt="2024-02-18T23:30:47.475" v="123" actId="26606"/>
          <pc:sldLayoutMkLst>
            <pc:docMk/>
            <pc:sldMasterMk cId="4090947570" sldId="2147483699"/>
            <pc:sldLayoutMk cId="2923112754" sldId="2147483696"/>
          </pc:sldLayoutMkLst>
        </pc:sldLayoutChg>
        <pc:sldLayoutChg chg="add del">
          <pc:chgData name="Marcus youngwavy" userId="33438cb5ad7eb8d7" providerId="LiveId" clId="{75091629-38F6-497F-A4E3-31CA9B76213B}" dt="2024-02-18T23:30:47.475" v="123" actId="26606"/>
          <pc:sldLayoutMkLst>
            <pc:docMk/>
            <pc:sldMasterMk cId="4090947570" sldId="2147483699"/>
            <pc:sldLayoutMk cId="3368626678" sldId="2147483697"/>
          </pc:sldLayoutMkLst>
        </pc:sldLayoutChg>
        <pc:sldLayoutChg chg="add del">
          <pc:chgData name="Marcus youngwavy" userId="33438cb5ad7eb8d7" providerId="LiveId" clId="{75091629-38F6-497F-A4E3-31CA9B76213B}" dt="2024-02-18T23:30:47.475" v="123" actId="26606"/>
          <pc:sldLayoutMkLst>
            <pc:docMk/>
            <pc:sldMasterMk cId="4090947570" sldId="2147483699"/>
            <pc:sldLayoutMk cId="930202533" sldId="2147483698"/>
          </pc:sldLayoutMkLst>
        </pc:sldLayoutChg>
      </pc:sldMasterChg>
      <pc:sldMasterChg chg="add del addSldLayout delSldLayout">
        <pc:chgData name="Marcus youngwavy" userId="33438cb5ad7eb8d7" providerId="LiveId" clId="{75091629-38F6-497F-A4E3-31CA9B76213B}" dt="2024-02-18T23:37:10.333" v="299" actId="26606"/>
        <pc:sldMasterMkLst>
          <pc:docMk/>
          <pc:sldMasterMk cId="494679126" sldId="2147483725"/>
        </pc:sldMasterMkLst>
        <pc:sldLayoutChg chg="add del">
          <pc:chgData name="Marcus youngwavy" userId="33438cb5ad7eb8d7" providerId="LiveId" clId="{75091629-38F6-497F-A4E3-31CA9B76213B}" dt="2024-02-18T23:37:10.333" v="299" actId="26606"/>
          <pc:sldLayoutMkLst>
            <pc:docMk/>
            <pc:sldMasterMk cId="494679126" sldId="2147483725"/>
            <pc:sldLayoutMk cId="2770936643" sldId="2147483714"/>
          </pc:sldLayoutMkLst>
        </pc:sldLayoutChg>
        <pc:sldLayoutChg chg="add del">
          <pc:chgData name="Marcus youngwavy" userId="33438cb5ad7eb8d7" providerId="LiveId" clId="{75091629-38F6-497F-A4E3-31CA9B76213B}" dt="2024-02-18T23:37:10.333" v="299" actId="26606"/>
          <pc:sldLayoutMkLst>
            <pc:docMk/>
            <pc:sldMasterMk cId="494679126" sldId="2147483725"/>
            <pc:sldLayoutMk cId="2971957146" sldId="2147483715"/>
          </pc:sldLayoutMkLst>
        </pc:sldLayoutChg>
        <pc:sldLayoutChg chg="add del">
          <pc:chgData name="Marcus youngwavy" userId="33438cb5ad7eb8d7" providerId="LiveId" clId="{75091629-38F6-497F-A4E3-31CA9B76213B}" dt="2024-02-18T23:37:10.333" v="299" actId="26606"/>
          <pc:sldLayoutMkLst>
            <pc:docMk/>
            <pc:sldMasterMk cId="494679126" sldId="2147483725"/>
            <pc:sldLayoutMk cId="3841090921" sldId="2147483716"/>
          </pc:sldLayoutMkLst>
        </pc:sldLayoutChg>
        <pc:sldLayoutChg chg="add del">
          <pc:chgData name="Marcus youngwavy" userId="33438cb5ad7eb8d7" providerId="LiveId" clId="{75091629-38F6-497F-A4E3-31CA9B76213B}" dt="2024-02-18T23:37:10.333" v="299" actId="26606"/>
          <pc:sldLayoutMkLst>
            <pc:docMk/>
            <pc:sldMasterMk cId="494679126" sldId="2147483725"/>
            <pc:sldLayoutMk cId="2002589954" sldId="2147483717"/>
          </pc:sldLayoutMkLst>
        </pc:sldLayoutChg>
        <pc:sldLayoutChg chg="add del">
          <pc:chgData name="Marcus youngwavy" userId="33438cb5ad7eb8d7" providerId="LiveId" clId="{75091629-38F6-497F-A4E3-31CA9B76213B}" dt="2024-02-18T23:37:10.333" v="299" actId="26606"/>
          <pc:sldLayoutMkLst>
            <pc:docMk/>
            <pc:sldMasterMk cId="494679126" sldId="2147483725"/>
            <pc:sldLayoutMk cId="3639650699" sldId="2147483718"/>
          </pc:sldLayoutMkLst>
        </pc:sldLayoutChg>
        <pc:sldLayoutChg chg="add del">
          <pc:chgData name="Marcus youngwavy" userId="33438cb5ad7eb8d7" providerId="LiveId" clId="{75091629-38F6-497F-A4E3-31CA9B76213B}" dt="2024-02-18T23:37:10.333" v="299" actId="26606"/>
          <pc:sldLayoutMkLst>
            <pc:docMk/>
            <pc:sldMasterMk cId="494679126" sldId="2147483725"/>
            <pc:sldLayoutMk cId="809034036" sldId="2147483719"/>
          </pc:sldLayoutMkLst>
        </pc:sldLayoutChg>
        <pc:sldLayoutChg chg="add del">
          <pc:chgData name="Marcus youngwavy" userId="33438cb5ad7eb8d7" providerId="LiveId" clId="{75091629-38F6-497F-A4E3-31CA9B76213B}" dt="2024-02-18T23:37:10.333" v="299" actId="26606"/>
          <pc:sldLayoutMkLst>
            <pc:docMk/>
            <pc:sldMasterMk cId="494679126" sldId="2147483725"/>
            <pc:sldLayoutMk cId="2930108696" sldId="2147483720"/>
          </pc:sldLayoutMkLst>
        </pc:sldLayoutChg>
        <pc:sldLayoutChg chg="add del">
          <pc:chgData name="Marcus youngwavy" userId="33438cb5ad7eb8d7" providerId="LiveId" clId="{75091629-38F6-497F-A4E3-31CA9B76213B}" dt="2024-02-18T23:37:10.333" v="299" actId="26606"/>
          <pc:sldLayoutMkLst>
            <pc:docMk/>
            <pc:sldMasterMk cId="494679126" sldId="2147483725"/>
            <pc:sldLayoutMk cId="346641735" sldId="2147483721"/>
          </pc:sldLayoutMkLst>
        </pc:sldLayoutChg>
        <pc:sldLayoutChg chg="add del">
          <pc:chgData name="Marcus youngwavy" userId="33438cb5ad7eb8d7" providerId="LiveId" clId="{75091629-38F6-497F-A4E3-31CA9B76213B}" dt="2024-02-18T23:37:10.333" v="299" actId="26606"/>
          <pc:sldLayoutMkLst>
            <pc:docMk/>
            <pc:sldMasterMk cId="494679126" sldId="2147483725"/>
            <pc:sldLayoutMk cId="1713862467" sldId="2147483722"/>
          </pc:sldLayoutMkLst>
        </pc:sldLayoutChg>
        <pc:sldLayoutChg chg="add del">
          <pc:chgData name="Marcus youngwavy" userId="33438cb5ad7eb8d7" providerId="LiveId" clId="{75091629-38F6-497F-A4E3-31CA9B76213B}" dt="2024-02-18T23:37:10.333" v="299" actId="26606"/>
          <pc:sldLayoutMkLst>
            <pc:docMk/>
            <pc:sldMasterMk cId="494679126" sldId="2147483725"/>
            <pc:sldLayoutMk cId="268300504" sldId="2147483723"/>
          </pc:sldLayoutMkLst>
        </pc:sldLayoutChg>
        <pc:sldLayoutChg chg="add del">
          <pc:chgData name="Marcus youngwavy" userId="33438cb5ad7eb8d7" providerId="LiveId" clId="{75091629-38F6-497F-A4E3-31CA9B76213B}" dt="2024-02-18T23:37:10.333" v="299" actId="26606"/>
          <pc:sldLayoutMkLst>
            <pc:docMk/>
            <pc:sldMasterMk cId="494679126" sldId="2147483725"/>
            <pc:sldLayoutMk cId="1206613032" sldId="2147483724"/>
          </pc:sldLayoutMkLst>
        </pc:sldLayoutChg>
      </pc:sldMasterChg>
      <pc:sldMasterChg chg="add del addSldLayout delSldLayout">
        <pc:chgData name="Marcus youngwavy" userId="33438cb5ad7eb8d7" providerId="LiveId" clId="{75091629-38F6-497F-A4E3-31CA9B76213B}" dt="2024-02-18T23:31:58.197" v="128" actId="26606"/>
        <pc:sldMasterMkLst>
          <pc:docMk/>
          <pc:sldMasterMk cId="1288288969" sldId="2147483725"/>
        </pc:sldMasterMkLst>
        <pc:sldLayoutChg chg="add del">
          <pc:chgData name="Marcus youngwavy" userId="33438cb5ad7eb8d7" providerId="LiveId" clId="{75091629-38F6-497F-A4E3-31CA9B76213B}" dt="2024-02-18T23:31:58.197" v="128" actId="26606"/>
          <pc:sldLayoutMkLst>
            <pc:docMk/>
            <pc:sldMasterMk cId="1288288969" sldId="2147483725"/>
            <pc:sldLayoutMk cId="2789056974" sldId="2147483714"/>
          </pc:sldLayoutMkLst>
        </pc:sldLayoutChg>
        <pc:sldLayoutChg chg="add del">
          <pc:chgData name="Marcus youngwavy" userId="33438cb5ad7eb8d7" providerId="LiveId" clId="{75091629-38F6-497F-A4E3-31CA9B76213B}" dt="2024-02-18T23:31:58.197" v="128" actId="26606"/>
          <pc:sldLayoutMkLst>
            <pc:docMk/>
            <pc:sldMasterMk cId="1288288969" sldId="2147483725"/>
            <pc:sldLayoutMk cId="1410144451" sldId="2147483715"/>
          </pc:sldLayoutMkLst>
        </pc:sldLayoutChg>
        <pc:sldLayoutChg chg="add del">
          <pc:chgData name="Marcus youngwavy" userId="33438cb5ad7eb8d7" providerId="LiveId" clId="{75091629-38F6-497F-A4E3-31CA9B76213B}" dt="2024-02-18T23:31:58.197" v="128" actId="26606"/>
          <pc:sldLayoutMkLst>
            <pc:docMk/>
            <pc:sldMasterMk cId="1288288969" sldId="2147483725"/>
            <pc:sldLayoutMk cId="1630906569" sldId="2147483716"/>
          </pc:sldLayoutMkLst>
        </pc:sldLayoutChg>
        <pc:sldLayoutChg chg="add del">
          <pc:chgData name="Marcus youngwavy" userId="33438cb5ad7eb8d7" providerId="LiveId" clId="{75091629-38F6-497F-A4E3-31CA9B76213B}" dt="2024-02-18T23:31:58.197" v="128" actId="26606"/>
          <pc:sldLayoutMkLst>
            <pc:docMk/>
            <pc:sldMasterMk cId="1288288969" sldId="2147483725"/>
            <pc:sldLayoutMk cId="3535707454" sldId="2147483717"/>
          </pc:sldLayoutMkLst>
        </pc:sldLayoutChg>
        <pc:sldLayoutChg chg="add del">
          <pc:chgData name="Marcus youngwavy" userId="33438cb5ad7eb8d7" providerId="LiveId" clId="{75091629-38F6-497F-A4E3-31CA9B76213B}" dt="2024-02-18T23:31:58.197" v="128" actId="26606"/>
          <pc:sldLayoutMkLst>
            <pc:docMk/>
            <pc:sldMasterMk cId="1288288969" sldId="2147483725"/>
            <pc:sldLayoutMk cId="484722528" sldId="2147483718"/>
          </pc:sldLayoutMkLst>
        </pc:sldLayoutChg>
        <pc:sldLayoutChg chg="add del">
          <pc:chgData name="Marcus youngwavy" userId="33438cb5ad7eb8d7" providerId="LiveId" clId="{75091629-38F6-497F-A4E3-31CA9B76213B}" dt="2024-02-18T23:31:58.197" v="128" actId="26606"/>
          <pc:sldLayoutMkLst>
            <pc:docMk/>
            <pc:sldMasterMk cId="1288288969" sldId="2147483725"/>
            <pc:sldLayoutMk cId="510947139" sldId="2147483719"/>
          </pc:sldLayoutMkLst>
        </pc:sldLayoutChg>
        <pc:sldLayoutChg chg="add del">
          <pc:chgData name="Marcus youngwavy" userId="33438cb5ad7eb8d7" providerId="LiveId" clId="{75091629-38F6-497F-A4E3-31CA9B76213B}" dt="2024-02-18T23:31:58.197" v="128" actId="26606"/>
          <pc:sldLayoutMkLst>
            <pc:docMk/>
            <pc:sldMasterMk cId="1288288969" sldId="2147483725"/>
            <pc:sldLayoutMk cId="1607005229" sldId="2147483720"/>
          </pc:sldLayoutMkLst>
        </pc:sldLayoutChg>
        <pc:sldLayoutChg chg="add del">
          <pc:chgData name="Marcus youngwavy" userId="33438cb5ad7eb8d7" providerId="LiveId" clId="{75091629-38F6-497F-A4E3-31CA9B76213B}" dt="2024-02-18T23:31:58.197" v="128" actId="26606"/>
          <pc:sldLayoutMkLst>
            <pc:docMk/>
            <pc:sldMasterMk cId="1288288969" sldId="2147483725"/>
            <pc:sldLayoutMk cId="2737882534" sldId="2147483721"/>
          </pc:sldLayoutMkLst>
        </pc:sldLayoutChg>
        <pc:sldLayoutChg chg="add del">
          <pc:chgData name="Marcus youngwavy" userId="33438cb5ad7eb8d7" providerId="LiveId" clId="{75091629-38F6-497F-A4E3-31CA9B76213B}" dt="2024-02-18T23:31:58.197" v="128" actId="26606"/>
          <pc:sldLayoutMkLst>
            <pc:docMk/>
            <pc:sldMasterMk cId="1288288969" sldId="2147483725"/>
            <pc:sldLayoutMk cId="4952691" sldId="2147483722"/>
          </pc:sldLayoutMkLst>
        </pc:sldLayoutChg>
        <pc:sldLayoutChg chg="add del">
          <pc:chgData name="Marcus youngwavy" userId="33438cb5ad7eb8d7" providerId="LiveId" clId="{75091629-38F6-497F-A4E3-31CA9B76213B}" dt="2024-02-18T23:31:58.197" v="128" actId="26606"/>
          <pc:sldLayoutMkLst>
            <pc:docMk/>
            <pc:sldMasterMk cId="1288288969" sldId="2147483725"/>
            <pc:sldLayoutMk cId="1011226371" sldId="2147483723"/>
          </pc:sldLayoutMkLst>
        </pc:sldLayoutChg>
        <pc:sldLayoutChg chg="add del">
          <pc:chgData name="Marcus youngwavy" userId="33438cb5ad7eb8d7" providerId="LiveId" clId="{75091629-38F6-497F-A4E3-31CA9B76213B}" dt="2024-02-18T23:31:58.197" v="128" actId="26606"/>
          <pc:sldLayoutMkLst>
            <pc:docMk/>
            <pc:sldMasterMk cId="1288288969" sldId="2147483725"/>
            <pc:sldLayoutMk cId="1059782646" sldId="2147483724"/>
          </pc:sldLayoutMkLst>
        </pc:sldLayoutChg>
      </pc:sldMasterChg>
      <pc:sldMasterChg chg="add del addSldLayout delSldLayout">
        <pc:chgData name="Marcus youngwavy" userId="33438cb5ad7eb8d7" providerId="LiveId" clId="{75091629-38F6-497F-A4E3-31CA9B76213B}" dt="2024-02-18T23:44:47.002" v="422" actId="26606"/>
        <pc:sldMasterMkLst>
          <pc:docMk/>
          <pc:sldMasterMk cId="1745357261" sldId="2147483736"/>
        </pc:sldMasterMkLst>
        <pc:sldLayoutChg chg="add del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1745357261" sldId="2147483736"/>
            <pc:sldLayoutMk cId="903659359" sldId="2147483725"/>
          </pc:sldLayoutMkLst>
        </pc:sldLayoutChg>
        <pc:sldLayoutChg chg="add del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1745357261" sldId="2147483736"/>
            <pc:sldLayoutMk cId="1735558156" sldId="2147483726"/>
          </pc:sldLayoutMkLst>
        </pc:sldLayoutChg>
        <pc:sldLayoutChg chg="add del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1745357261" sldId="2147483736"/>
            <pc:sldLayoutMk cId="2000377216" sldId="2147483727"/>
          </pc:sldLayoutMkLst>
        </pc:sldLayoutChg>
        <pc:sldLayoutChg chg="add del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1745357261" sldId="2147483736"/>
            <pc:sldLayoutMk cId="3673931639" sldId="2147483728"/>
          </pc:sldLayoutMkLst>
        </pc:sldLayoutChg>
        <pc:sldLayoutChg chg="add del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1745357261" sldId="2147483736"/>
            <pc:sldLayoutMk cId="1497845841" sldId="2147483729"/>
          </pc:sldLayoutMkLst>
        </pc:sldLayoutChg>
        <pc:sldLayoutChg chg="add del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1745357261" sldId="2147483736"/>
            <pc:sldLayoutMk cId="780962339" sldId="2147483730"/>
          </pc:sldLayoutMkLst>
        </pc:sldLayoutChg>
        <pc:sldLayoutChg chg="add del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1745357261" sldId="2147483736"/>
            <pc:sldLayoutMk cId="2442737296" sldId="2147483731"/>
          </pc:sldLayoutMkLst>
        </pc:sldLayoutChg>
        <pc:sldLayoutChg chg="add del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1745357261" sldId="2147483736"/>
            <pc:sldLayoutMk cId="2557138817" sldId="2147483732"/>
          </pc:sldLayoutMkLst>
        </pc:sldLayoutChg>
        <pc:sldLayoutChg chg="add del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1745357261" sldId="2147483736"/>
            <pc:sldLayoutMk cId="714427873" sldId="2147483733"/>
          </pc:sldLayoutMkLst>
        </pc:sldLayoutChg>
        <pc:sldLayoutChg chg="add del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1745357261" sldId="2147483736"/>
            <pc:sldLayoutMk cId="3405247967" sldId="2147483734"/>
          </pc:sldLayoutMkLst>
        </pc:sldLayoutChg>
        <pc:sldLayoutChg chg="add del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1745357261" sldId="2147483736"/>
            <pc:sldLayoutMk cId="360543708" sldId="2147483735"/>
          </pc:sldLayoutMkLst>
        </pc:sldLayoutChg>
      </pc:sldMasterChg>
      <pc:sldMasterChg chg="add addSldLayout">
        <pc:chgData name="Marcus youngwavy" userId="33438cb5ad7eb8d7" providerId="LiveId" clId="{75091629-38F6-497F-A4E3-31CA9B76213B}" dt="2024-02-18T23:44:47.002" v="422" actId="26606"/>
        <pc:sldMasterMkLst>
          <pc:docMk/>
          <pc:sldMasterMk cId="949982551" sldId="2147483737"/>
        </pc:sldMasterMkLst>
        <pc:sldLayoutChg chg="add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949982551" sldId="2147483737"/>
            <pc:sldLayoutMk cId="3371946495" sldId="2147483738"/>
          </pc:sldLayoutMkLst>
        </pc:sldLayoutChg>
        <pc:sldLayoutChg chg="add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949982551" sldId="2147483737"/>
            <pc:sldLayoutMk cId="7401141" sldId="2147483739"/>
          </pc:sldLayoutMkLst>
        </pc:sldLayoutChg>
        <pc:sldLayoutChg chg="add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949982551" sldId="2147483737"/>
            <pc:sldLayoutMk cId="3480013441" sldId="2147483740"/>
          </pc:sldLayoutMkLst>
        </pc:sldLayoutChg>
        <pc:sldLayoutChg chg="add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949982551" sldId="2147483737"/>
            <pc:sldLayoutMk cId="1383758857" sldId="2147483741"/>
          </pc:sldLayoutMkLst>
        </pc:sldLayoutChg>
        <pc:sldLayoutChg chg="add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949982551" sldId="2147483737"/>
            <pc:sldLayoutMk cId="4269060891" sldId="2147483742"/>
          </pc:sldLayoutMkLst>
        </pc:sldLayoutChg>
        <pc:sldLayoutChg chg="add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949982551" sldId="2147483737"/>
            <pc:sldLayoutMk cId="1505897005" sldId="2147483743"/>
          </pc:sldLayoutMkLst>
        </pc:sldLayoutChg>
        <pc:sldLayoutChg chg="add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949982551" sldId="2147483737"/>
            <pc:sldLayoutMk cId="2327274288" sldId="2147483744"/>
          </pc:sldLayoutMkLst>
        </pc:sldLayoutChg>
        <pc:sldLayoutChg chg="add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949982551" sldId="2147483737"/>
            <pc:sldLayoutMk cId="3226693741" sldId="2147483745"/>
          </pc:sldLayoutMkLst>
        </pc:sldLayoutChg>
        <pc:sldLayoutChg chg="add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949982551" sldId="2147483737"/>
            <pc:sldLayoutMk cId="2818424555" sldId="2147483746"/>
          </pc:sldLayoutMkLst>
        </pc:sldLayoutChg>
        <pc:sldLayoutChg chg="add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949982551" sldId="2147483737"/>
            <pc:sldLayoutMk cId="1840025328" sldId="2147483747"/>
          </pc:sldLayoutMkLst>
        </pc:sldLayoutChg>
        <pc:sldLayoutChg chg="add">
          <pc:chgData name="Marcus youngwavy" userId="33438cb5ad7eb8d7" providerId="LiveId" clId="{75091629-38F6-497F-A4E3-31CA9B76213B}" dt="2024-02-18T23:44:47.002" v="422" actId="26606"/>
          <pc:sldLayoutMkLst>
            <pc:docMk/>
            <pc:sldMasterMk cId="949982551" sldId="2147483737"/>
            <pc:sldLayoutMk cId="812551228" sldId="2147483748"/>
          </pc:sldLayoutMkLst>
        </pc:sldLayoutChg>
      </pc:sldMasterChg>
      <pc:sldMasterChg chg="add del addSldLayout delSldLayout">
        <pc:chgData name="Marcus youngwavy" userId="33438cb5ad7eb8d7" providerId="LiveId" clId="{75091629-38F6-497F-A4E3-31CA9B76213B}" dt="2024-02-18T23:30:01.249" v="117" actId="26606"/>
        <pc:sldMasterMkLst>
          <pc:docMk/>
          <pc:sldMasterMk cId="2606431661" sldId="2147483738"/>
        </pc:sldMasterMkLst>
        <pc:sldLayoutChg chg="add del">
          <pc:chgData name="Marcus youngwavy" userId="33438cb5ad7eb8d7" providerId="LiveId" clId="{75091629-38F6-497F-A4E3-31CA9B76213B}" dt="2024-02-18T23:30:01.249" v="117" actId="26606"/>
          <pc:sldLayoutMkLst>
            <pc:docMk/>
            <pc:sldMasterMk cId="2606431661" sldId="2147483738"/>
            <pc:sldLayoutMk cId="1287509448" sldId="2147483727"/>
          </pc:sldLayoutMkLst>
        </pc:sldLayoutChg>
        <pc:sldLayoutChg chg="add del">
          <pc:chgData name="Marcus youngwavy" userId="33438cb5ad7eb8d7" providerId="LiveId" clId="{75091629-38F6-497F-A4E3-31CA9B76213B}" dt="2024-02-18T23:30:01.249" v="117" actId="26606"/>
          <pc:sldLayoutMkLst>
            <pc:docMk/>
            <pc:sldMasterMk cId="2606431661" sldId="2147483738"/>
            <pc:sldLayoutMk cId="470078947" sldId="2147483728"/>
          </pc:sldLayoutMkLst>
        </pc:sldLayoutChg>
        <pc:sldLayoutChg chg="add del">
          <pc:chgData name="Marcus youngwavy" userId="33438cb5ad7eb8d7" providerId="LiveId" clId="{75091629-38F6-497F-A4E3-31CA9B76213B}" dt="2024-02-18T23:30:01.249" v="117" actId="26606"/>
          <pc:sldLayoutMkLst>
            <pc:docMk/>
            <pc:sldMasterMk cId="2606431661" sldId="2147483738"/>
            <pc:sldLayoutMk cId="2884521631" sldId="2147483729"/>
          </pc:sldLayoutMkLst>
        </pc:sldLayoutChg>
        <pc:sldLayoutChg chg="add del">
          <pc:chgData name="Marcus youngwavy" userId="33438cb5ad7eb8d7" providerId="LiveId" clId="{75091629-38F6-497F-A4E3-31CA9B76213B}" dt="2024-02-18T23:30:01.249" v="117" actId="26606"/>
          <pc:sldLayoutMkLst>
            <pc:docMk/>
            <pc:sldMasterMk cId="2606431661" sldId="2147483738"/>
            <pc:sldLayoutMk cId="4271594008" sldId="2147483730"/>
          </pc:sldLayoutMkLst>
        </pc:sldLayoutChg>
        <pc:sldLayoutChg chg="add del">
          <pc:chgData name="Marcus youngwavy" userId="33438cb5ad7eb8d7" providerId="LiveId" clId="{75091629-38F6-497F-A4E3-31CA9B76213B}" dt="2024-02-18T23:30:01.249" v="117" actId="26606"/>
          <pc:sldLayoutMkLst>
            <pc:docMk/>
            <pc:sldMasterMk cId="2606431661" sldId="2147483738"/>
            <pc:sldLayoutMk cId="2499582816" sldId="2147483731"/>
          </pc:sldLayoutMkLst>
        </pc:sldLayoutChg>
        <pc:sldLayoutChg chg="add del">
          <pc:chgData name="Marcus youngwavy" userId="33438cb5ad7eb8d7" providerId="LiveId" clId="{75091629-38F6-497F-A4E3-31CA9B76213B}" dt="2024-02-18T23:30:01.249" v="117" actId="26606"/>
          <pc:sldLayoutMkLst>
            <pc:docMk/>
            <pc:sldMasterMk cId="2606431661" sldId="2147483738"/>
            <pc:sldLayoutMk cId="304411878" sldId="2147483732"/>
          </pc:sldLayoutMkLst>
        </pc:sldLayoutChg>
        <pc:sldLayoutChg chg="add del">
          <pc:chgData name="Marcus youngwavy" userId="33438cb5ad7eb8d7" providerId="LiveId" clId="{75091629-38F6-497F-A4E3-31CA9B76213B}" dt="2024-02-18T23:30:01.249" v="117" actId="26606"/>
          <pc:sldLayoutMkLst>
            <pc:docMk/>
            <pc:sldMasterMk cId="2606431661" sldId="2147483738"/>
            <pc:sldLayoutMk cId="2847928308" sldId="2147483733"/>
          </pc:sldLayoutMkLst>
        </pc:sldLayoutChg>
        <pc:sldLayoutChg chg="add del">
          <pc:chgData name="Marcus youngwavy" userId="33438cb5ad7eb8d7" providerId="LiveId" clId="{75091629-38F6-497F-A4E3-31CA9B76213B}" dt="2024-02-18T23:30:01.249" v="117" actId="26606"/>
          <pc:sldLayoutMkLst>
            <pc:docMk/>
            <pc:sldMasterMk cId="2606431661" sldId="2147483738"/>
            <pc:sldLayoutMk cId="3678821451" sldId="2147483734"/>
          </pc:sldLayoutMkLst>
        </pc:sldLayoutChg>
        <pc:sldLayoutChg chg="add del">
          <pc:chgData name="Marcus youngwavy" userId="33438cb5ad7eb8d7" providerId="LiveId" clId="{75091629-38F6-497F-A4E3-31CA9B76213B}" dt="2024-02-18T23:30:01.249" v="117" actId="26606"/>
          <pc:sldLayoutMkLst>
            <pc:docMk/>
            <pc:sldMasterMk cId="2606431661" sldId="2147483738"/>
            <pc:sldLayoutMk cId="283078956" sldId="2147483735"/>
          </pc:sldLayoutMkLst>
        </pc:sldLayoutChg>
        <pc:sldLayoutChg chg="add del">
          <pc:chgData name="Marcus youngwavy" userId="33438cb5ad7eb8d7" providerId="LiveId" clId="{75091629-38F6-497F-A4E3-31CA9B76213B}" dt="2024-02-18T23:30:01.249" v="117" actId="26606"/>
          <pc:sldLayoutMkLst>
            <pc:docMk/>
            <pc:sldMasterMk cId="2606431661" sldId="2147483738"/>
            <pc:sldLayoutMk cId="4130748148" sldId="2147483736"/>
          </pc:sldLayoutMkLst>
        </pc:sldLayoutChg>
        <pc:sldLayoutChg chg="add del">
          <pc:chgData name="Marcus youngwavy" userId="33438cb5ad7eb8d7" providerId="LiveId" clId="{75091629-38F6-497F-A4E3-31CA9B76213B}" dt="2024-02-18T23:30:01.249" v="117" actId="26606"/>
          <pc:sldLayoutMkLst>
            <pc:docMk/>
            <pc:sldMasterMk cId="2606431661" sldId="2147483738"/>
            <pc:sldLayoutMk cId="1035727592" sldId="2147483737"/>
          </pc:sldLayoutMkLst>
        </pc:sldLayoutChg>
      </pc:sldMasterChg>
      <pc:sldMasterChg chg="add del addSldLayout delSldLayout">
        <pc:chgData name="Marcus youngwavy" userId="33438cb5ad7eb8d7" providerId="LiveId" clId="{75091629-38F6-497F-A4E3-31CA9B76213B}" dt="2024-02-18T23:35:58.224" v="143" actId="26606"/>
        <pc:sldMasterMkLst>
          <pc:docMk/>
          <pc:sldMasterMk cId="199227717" sldId="2147483751"/>
        </pc:sldMasterMkLst>
        <pc:sldLayoutChg chg="add del">
          <pc:chgData name="Marcus youngwavy" userId="33438cb5ad7eb8d7" providerId="LiveId" clId="{75091629-38F6-497F-A4E3-31CA9B76213B}" dt="2024-02-18T23:35:58.224" v="143" actId="26606"/>
          <pc:sldLayoutMkLst>
            <pc:docMk/>
            <pc:sldMasterMk cId="199227717" sldId="2147483751"/>
            <pc:sldLayoutMk cId="3880384503" sldId="2147483740"/>
          </pc:sldLayoutMkLst>
        </pc:sldLayoutChg>
        <pc:sldLayoutChg chg="add del">
          <pc:chgData name="Marcus youngwavy" userId="33438cb5ad7eb8d7" providerId="LiveId" clId="{75091629-38F6-497F-A4E3-31CA9B76213B}" dt="2024-02-18T23:35:58.224" v="143" actId="26606"/>
          <pc:sldLayoutMkLst>
            <pc:docMk/>
            <pc:sldMasterMk cId="199227717" sldId="2147483751"/>
            <pc:sldLayoutMk cId="4168788460" sldId="2147483741"/>
          </pc:sldLayoutMkLst>
        </pc:sldLayoutChg>
        <pc:sldLayoutChg chg="add del">
          <pc:chgData name="Marcus youngwavy" userId="33438cb5ad7eb8d7" providerId="LiveId" clId="{75091629-38F6-497F-A4E3-31CA9B76213B}" dt="2024-02-18T23:35:58.224" v="143" actId="26606"/>
          <pc:sldLayoutMkLst>
            <pc:docMk/>
            <pc:sldMasterMk cId="199227717" sldId="2147483751"/>
            <pc:sldLayoutMk cId="4049102679" sldId="2147483742"/>
          </pc:sldLayoutMkLst>
        </pc:sldLayoutChg>
        <pc:sldLayoutChg chg="add del">
          <pc:chgData name="Marcus youngwavy" userId="33438cb5ad7eb8d7" providerId="LiveId" clId="{75091629-38F6-497F-A4E3-31CA9B76213B}" dt="2024-02-18T23:35:58.224" v="143" actId="26606"/>
          <pc:sldLayoutMkLst>
            <pc:docMk/>
            <pc:sldMasterMk cId="199227717" sldId="2147483751"/>
            <pc:sldLayoutMk cId="1175872098" sldId="2147483743"/>
          </pc:sldLayoutMkLst>
        </pc:sldLayoutChg>
        <pc:sldLayoutChg chg="add del">
          <pc:chgData name="Marcus youngwavy" userId="33438cb5ad7eb8d7" providerId="LiveId" clId="{75091629-38F6-497F-A4E3-31CA9B76213B}" dt="2024-02-18T23:35:58.224" v="143" actId="26606"/>
          <pc:sldLayoutMkLst>
            <pc:docMk/>
            <pc:sldMasterMk cId="199227717" sldId="2147483751"/>
            <pc:sldLayoutMk cId="240563284" sldId="2147483744"/>
          </pc:sldLayoutMkLst>
        </pc:sldLayoutChg>
        <pc:sldLayoutChg chg="add del">
          <pc:chgData name="Marcus youngwavy" userId="33438cb5ad7eb8d7" providerId="LiveId" clId="{75091629-38F6-497F-A4E3-31CA9B76213B}" dt="2024-02-18T23:35:58.224" v="143" actId="26606"/>
          <pc:sldLayoutMkLst>
            <pc:docMk/>
            <pc:sldMasterMk cId="199227717" sldId="2147483751"/>
            <pc:sldLayoutMk cId="2987525854" sldId="2147483745"/>
          </pc:sldLayoutMkLst>
        </pc:sldLayoutChg>
        <pc:sldLayoutChg chg="add del">
          <pc:chgData name="Marcus youngwavy" userId="33438cb5ad7eb8d7" providerId="LiveId" clId="{75091629-38F6-497F-A4E3-31CA9B76213B}" dt="2024-02-18T23:35:58.224" v="143" actId="26606"/>
          <pc:sldLayoutMkLst>
            <pc:docMk/>
            <pc:sldMasterMk cId="199227717" sldId="2147483751"/>
            <pc:sldLayoutMk cId="1083546762" sldId="2147483746"/>
          </pc:sldLayoutMkLst>
        </pc:sldLayoutChg>
        <pc:sldLayoutChg chg="add del">
          <pc:chgData name="Marcus youngwavy" userId="33438cb5ad7eb8d7" providerId="LiveId" clId="{75091629-38F6-497F-A4E3-31CA9B76213B}" dt="2024-02-18T23:35:58.224" v="143" actId="26606"/>
          <pc:sldLayoutMkLst>
            <pc:docMk/>
            <pc:sldMasterMk cId="199227717" sldId="2147483751"/>
            <pc:sldLayoutMk cId="290321388" sldId="2147483747"/>
          </pc:sldLayoutMkLst>
        </pc:sldLayoutChg>
        <pc:sldLayoutChg chg="add del">
          <pc:chgData name="Marcus youngwavy" userId="33438cb5ad7eb8d7" providerId="LiveId" clId="{75091629-38F6-497F-A4E3-31CA9B76213B}" dt="2024-02-18T23:35:58.224" v="143" actId="26606"/>
          <pc:sldLayoutMkLst>
            <pc:docMk/>
            <pc:sldMasterMk cId="199227717" sldId="2147483751"/>
            <pc:sldLayoutMk cId="458215212" sldId="2147483748"/>
          </pc:sldLayoutMkLst>
        </pc:sldLayoutChg>
        <pc:sldLayoutChg chg="add del">
          <pc:chgData name="Marcus youngwavy" userId="33438cb5ad7eb8d7" providerId="LiveId" clId="{75091629-38F6-497F-A4E3-31CA9B76213B}" dt="2024-02-18T23:35:58.224" v="143" actId="26606"/>
          <pc:sldLayoutMkLst>
            <pc:docMk/>
            <pc:sldMasterMk cId="199227717" sldId="2147483751"/>
            <pc:sldLayoutMk cId="178956040" sldId="2147483749"/>
          </pc:sldLayoutMkLst>
        </pc:sldLayoutChg>
        <pc:sldLayoutChg chg="add del">
          <pc:chgData name="Marcus youngwavy" userId="33438cb5ad7eb8d7" providerId="LiveId" clId="{75091629-38F6-497F-A4E3-31CA9B76213B}" dt="2024-02-18T23:35:58.224" v="143" actId="26606"/>
          <pc:sldLayoutMkLst>
            <pc:docMk/>
            <pc:sldMasterMk cId="199227717" sldId="2147483751"/>
            <pc:sldLayoutMk cId="555286274" sldId="2147483750"/>
          </pc:sldLayoutMkLst>
        </pc:sldLayoutChg>
      </pc:sldMasterChg>
      <pc:sldMasterChg chg="add del addSldLayout delSldLayout">
        <pc:chgData name="Marcus youngwavy" userId="33438cb5ad7eb8d7" providerId="LiveId" clId="{75091629-38F6-497F-A4E3-31CA9B76213B}" dt="2024-02-18T23:35:44.959" v="141" actId="26606"/>
        <pc:sldMasterMkLst>
          <pc:docMk/>
          <pc:sldMasterMk cId="1050109255" sldId="2147483751"/>
        </pc:sldMasterMkLst>
        <pc:sldLayoutChg chg="add del">
          <pc:chgData name="Marcus youngwavy" userId="33438cb5ad7eb8d7" providerId="LiveId" clId="{75091629-38F6-497F-A4E3-31CA9B76213B}" dt="2024-02-18T23:35:44.959" v="141" actId="26606"/>
          <pc:sldLayoutMkLst>
            <pc:docMk/>
            <pc:sldMasterMk cId="1050109255" sldId="2147483751"/>
            <pc:sldLayoutMk cId="1135064406" sldId="2147483740"/>
          </pc:sldLayoutMkLst>
        </pc:sldLayoutChg>
        <pc:sldLayoutChg chg="add del">
          <pc:chgData name="Marcus youngwavy" userId="33438cb5ad7eb8d7" providerId="LiveId" clId="{75091629-38F6-497F-A4E3-31CA9B76213B}" dt="2024-02-18T23:35:44.959" v="141" actId="26606"/>
          <pc:sldLayoutMkLst>
            <pc:docMk/>
            <pc:sldMasterMk cId="1050109255" sldId="2147483751"/>
            <pc:sldLayoutMk cId="1969802701" sldId="2147483741"/>
          </pc:sldLayoutMkLst>
        </pc:sldLayoutChg>
        <pc:sldLayoutChg chg="add del">
          <pc:chgData name="Marcus youngwavy" userId="33438cb5ad7eb8d7" providerId="LiveId" clId="{75091629-38F6-497F-A4E3-31CA9B76213B}" dt="2024-02-18T23:35:44.959" v="141" actId="26606"/>
          <pc:sldLayoutMkLst>
            <pc:docMk/>
            <pc:sldMasterMk cId="1050109255" sldId="2147483751"/>
            <pc:sldLayoutMk cId="2912141771" sldId="2147483742"/>
          </pc:sldLayoutMkLst>
        </pc:sldLayoutChg>
        <pc:sldLayoutChg chg="add del">
          <pc:chgData name="Marcus youngwavy" userId="33438cb5ad7eb8d7" providerId="LiveId" clId="{75091629-38F6-497F-A4E3-31CA9B76213B}" dt="2024-02-18T23:35:44.959" v="141" actId="26606"/>
          <pc:sldLayoutMkLst>
            <pc:docMk/>
            <pc:sldMasterMk cId="1050109255" sldId="2147483751"/>
            <pc:sldLayoutMk cId="4247706222" sldId="2147483743"/>
          </pc:sldLayoutMkLst>
        </pc:sldLayoutChg>
        <pc:sldLayoutChg chg="add del">
          <pc:chgData name="Marcus youngwavy" userId="33438cb5ad7eb8d7" providerId="LiveId" clId="{75091629-38F6-497F-A4E3-31CA9B76213B}" dt="2024-02-18T23:35:44.959" v="141" actId="26606"/>
          <pc:sldLayoutMkLst>
            <pc:docMk/>
            <pc:sldMasterMk cId="1050109255" sldId="2147483751"/>
            <pc:sldLayoutMk cId="3614380188" sldId="2147483744"/>
          </pc:sldLayoutMkLst>
        </pc:sldLayoutChg>
        <pc:sldLayoutChg chg="add del">
          <pc:chgData name="Marcus youngwavy" userId="33438cb5ad7eb8d7" providerId="LiveId" clId="{75091629-38F6-497F-A4E3-31CA9B76213B}" dt="2024-02-18T23:35:44.959" v="141" actId="26606"/>
          <pc:sldLayoutMkLst>
            <pc:docMk/>
            <pc:sldMasterMk cId="1050109255" sldId="2147483751"/>
            <pc:sldLayoutMk cId="2244062232" sldId="2147483745"/>
          </pc:sldLayoutMkLst>
        </pc:sldLayoutChg>
        <pc:sldLayoutChg chg="add del">
          <pc:chgData name="Marcus youngwavy" userId="33438cb5ad7eb8d7" providerId="LiveId" clId="{75091629-38F6-497F-A4E3-31CA9B76213B}" dt="2024-02-18T23:35:44.959" v="141" actId="26606"/>
          <pc:sldLayoutMkLst>
            <pc:docMk/>
            <pc:sldMasterMk cId="1050109255" sldId="2147483751"/>
            <pc:sldLayoutMk cId="4241518634" sldId="2147483746"/>
          </pc:sldLayoutMkLst>
        </pc:sldLayoutChg>
        <pc:sldLayoutChg chg="add del">
          <pc:chgData name="Marcus youngwavy" userId="33438cb5ad7eb8d7" providerId="LiveId" clId="{75091629-38F6-497F-A4E3-31CA9B76213B}" dt="2024-02-18T23:35:44.959" v="141" actId="26606"/>
          <pc:sldLayoutMkLst>
            <pc:docMk/>
            <pc:sldMasterMk cId="1050109255" sldId="2147483751"/>
            <pc:sldLayoutMk cId="760832004" sldId="2147483747"/>
          </pc:sldLayoutMkLst>
        </pc:sldLayoutChg>
        <pc:sldLayoutChg chg="add del">
          <pc:chgData name="Marcus youngwavy" userId="33438cb5ad7eb8d7" providerId="LiveId" clId="{75091629-38F6-497F-A4E3-31CA9B76213B}" dt="2024-02-18T23:35:44.959" v="141" actId="26606"/>
          <pc:sldLayoutMkLst>
            <pc:docMk/>
            <pc:sldMasterMk cId="1050109255" sldId="2147483751"/>
            <pc:sldLayoutMk cId="69050356" sldId="2147483748"/>
          </pc:sldLayoutMkLst>
        </pc:sldLayoutChg>
        <pc:sldLayoutChg chg="add del">
          <pc:chgData name="Marcus youngwavy" userId="33438cb5ad7eb8d7" providerId="LiveId" clId="{75091629-38F6-497F-A4E3-31CA9B76213B}" dt="2024-02-18T23:35:44.959" v="141" actId="26606"/>
          <pc:sldLayoutMkLst>
            <pc:docMk/>
            <pc:sldMasterMk cId="1050109255" sldId="2147483751"/>
            <pc:sldLayoutMk cId="4025595727" sldId="2147483749"/>
          </pc:sldLayoutMkLst>
        </pc:sldLayoutChg>
        <pc:sldLayoutChg chg="add del">
          <pc:chgData name="Marcus youngwavy" userId="33438cb5ad7eb8d7" providerId="LiveId" clId="{75091629-38F6-497F-A4E3-31CA9B76213B}" dt="2024-02-18T23:35:44.959" v="141" actId="26606"/>
          <pc:sldLayoutMkLst>
            <pc:docMk/>
            <pc:sldMasterMk cId="1050109255" sldId="2147483751"/>
            <pc:sldLayoutMk cId="3202546225" sldId="2147483750"/>
          </pc:sldLayoutMkLst>
        </pc:sldLayoutChg>
      </pc:sldMasterChg>
      <pc:sldMasterChg chg="add del addSldLayout delSldLayout">
        <pc:chgData name="Marcus youngwavy" userId="33438cb5ad7eb8d7" providerId="LiveId" clId="{75091629-38F6-497F-A4E3-31CA9B76213B}" dt="2024-02-18T23:31:57.505" v="127" actId="26606"/>
        <pc:sldMasterMkLst>
          <pc:docMk/>
          <pc:sldMasterMk cId="2435725252" sldId="2147483775"/>
        </pc:sldMasterMkLst>
        <pc:sldLayoutChg chg="add del">
          <pc:chgData name="Marcus youngwavy" userId="33438cb5ad7eb8d7" providerId="LiveId" clId="{75091629-38F6-497F-A4E3-31CA9B76213B}" dt="2024-02-18T23:31:57.505" v="127" actId="26606"/>
          <pc:sldLayoutMkLst>
            <pc:docMk/>
            <pc:sldMasterMk cId="2435725252" sldId="2147483775"/>
            <pc:sldLayoutMk cId="2730232320" sldId="2147483764"/>
          </pc:sldLayoutMkLst>
        </pc:sldLayoutChg>
        <pc:sldLayoutChg chg="add del">
          <pc:chgData name="Marcus youngwavy" userId="33438cb5ad7eb8d7" providerId="LiveId" clId="{75091629-38F6-497F-A4E3-31CA9B76213B}" dt="2024-02-18T23:31:57.505" v="127" actId="26606"/>
          <pc:sldLayoutMkLst>
            <pc:docMk/>
            <pc:sldMasterMk cId="2435725252" sldId="2147483775"/>
            <pc:sldLayoutMk cId="3856121388" sldId="2147483765"/>
          </pc:sldLayoutMkLst>
        </pc:sldLayoutChg>
        <pc:sldLayoutChg chg="add del">
          <pc:chgData name="Marcus youngwavy" userId="33438cb5ad7eb8d7" providerId="LiveId" clId="{75091629-38F6-497F-A4E3-31CA9B76213B}" dt="2024-02-18T23:31:57.505" v="127" actId="26606"/>
          <pc:sldLayoutMkLst>
            <pc:docMk/>
            <pc:sldMasterMk cId="2435725252" sldId="2147483775"/>
            <pc:sldLayoutMk cId="3990516450" sldId="2147483766"/>
          </pc:sldLayoutMkLst>
        </pc:sldLayoutChg>
        <pc:sldLayoutChg chg="add del">
          <pc:chgData name="Marcus youngwavy" userId="33438cb5ad7eb8d7" providerId="LiveId" clId="{75091629-38F6-497F-A4E3-31CA9B76213B}" dt="2024-02-18T23:31:57.505" v="127" actId="26606"/>
          <pc:sldLayoutMkLst>
            <pc:docMk/>
            <pc:sldMasterMk cId="2435725252" sldId="2147483775"/>
            <pc:sldLayoutMk cId="1155462177" sldId="2147483767"/>
          </pc:sldLayoutMkLst>
        </pc:sldLayoutChg>
        <pc:sldLayoutChg chg="add del">
          <pc:chgData name="Marcus youngwavy" userId="33438cb5ad7eb8d7" providerId="LiveId" clId="{75091629-38F6-497F-A4E3-31CA9B76213B}" dt="2024-02-18T23:31:57.505" v="127" actId="26606"/>
          <pc:sldLayoutMkLst>
            <pc:docMk/>
            <pc:sldMasterMk cId="2435725252" sldId="2147483775"/>
            <pc:sldLayoutMk cId="4014877168" sldId="2147483768"/>
          </pc:sldLayoutMkLst>
        </pc:sldLayoutChg>
        <pc:sldLayoutChg chg="add del">
          <pc:chgData name="Marcus youngwavy" userId="33438cb5ad7eb8d7" providerId="LiveId" clId="{75091629-38F6-497F-A4E3-31CA9B76213B}" dt="2024-02-18T23:31:57.505" v="127" actId="26606"/>
          <pc:sldLayoutMkLst>
            <pc:docMk/>
            <pc:sldMasterMk cId="2435725252" sldId="2147483775"/>
            <pc:sldLayoutMk cId="1061020208" sldId="2147483769"/>
          </pc:sldLayoutMkLst>
        </pc:sldLayoutChg>
        <pc:sldLayoutChg chg="add del">
          <pc:chgData name="Marcus youngwavy" userId="33438cb5ad7eb8d7" providerId="LiveId" clId="{75091629-38F6-497F-A4E3-31CA9B76213B}" dt="2024-02-18T23:31:57.505" v="127" actId="26606"/>
          <pc:sldLayoutMkLst>
            <pc:docMk/>
            <pc:sldMasterMk cId="2435725252" sldId="2147483775"/>
            <pc:sldLayoutMk cId="226844425" sldId="2147483770"/>
          </pc:sldLayoutMkLst>
        </pc:sldLayoutChg>
        <pc:sldLayoutChg chg="add del">
          <pc:chgData name="Marcus youngwavy" userId="33438cb5ad7eb8d7" providerId="LiveId" clId="{75091629-38F6-497F-A4E3-31CA9B76213B}" dt="2024-02-18T23:31:57.505" v="127" actId="26606"/>
          <pc:sldLayoutMkLst>
            <pc:docMk/>
            <pc:sldMasterMk cId="2435725252" sldId="2147483775"/>
            <pc:sldLayoutMk cId="4147972353" sldId="2147483771"/>
          </pc:sldLayoutMkLst>
        </pc:sldLayoutChg>
        <pc:sldLayoutChg chg="add del">
          <pc:chgData name="Marcus youngwavy" userId="33438cb5ad7eb8d7" providerId="LiveId" clId="{75091629-38F6-497F-A4E3-31CA9B76213B}" dt="2024-02-18T23:31:57.505" v="127" actId="26606"/>
          <pc:sldLayoutMkLst>
            <pc:docMk/>
            <pc:sldMasterMk cId="2435725252" sldId="2147483775"/>
            <pc:sldLayoutMk cId="3480089133" sldId="2147483772"/>
          </pc:sldLayoutMkLst>
        </pc:sldLayoutChg>
        <pc:sldLayoutChg chg="add del">
          <pc:chgData name="Marcus youngwavy" userId="33438cb5ad7eb8d7" providerId="LiveId" clId="{75091629-38F6-497F-A4E3-31CA9B76213B}" dt="2024-02-18T23:31:57.505" v="127" actId="26606"/>
          <pc:sldLayoutMkLst>
            <pc:docMk/>
            <pc:sldMasterMk cId="2435725252" sldId="2147483775"/>
            <pc:sldLayoutMk cId="1370510858" sldId="2147483773"/>
          </pc:sldLayoutMkLst>
        </pc:sldLayoutChg>
        <pc:sldLayoutChg chg="add del">
          <pc:chgData name="Marcus youngwavy" userId="33438cb5ad7eb8d7" providerId="LiveId" clId="{75091629-38F6-497F-A4E3-31CA9B76213B}" dt="2024-02-18T23:31:57.505" v="127" actId="26606"/>
          <pc:sldLayoutMkLst>
            <pc:docMk/>
            <pc:sldMasterMk cId="2435725252" sldId="2147483775"/>
            <pc:sldLayoutMk cId="2112846298" sldId="2147483774"/>
          </pc:sldLayoutMkLst>
        </pc:sldLayoutChg>
      </pc:sldMasterChg>
      <pc:sldMasterChg chg="add del addSldLayout delSldLayout">
        <pc:chgData name="Marcus youngwavy" userId="33438cb5ad7eb8d7" providerId="LiveId" clId="{75091629-38F6-497F-A4E3-31CA9B76213B}" dt="2024-02-18T23:42:53.812" v="351" actId="26606"/>
        <pc:sldMasterMkLst>
          <pc:docMk/>
          <pc:sldMasterMk cId="2799658998" sldId="2147483812"/>
        </pc:sldMasterMkLst>
        <pc:sldLayoutChg chg="add del">
          <pc:chgData name="Marcus youngwavy" userId="33438cb5ad7eb8d7" providerId="LiveId" clId="{75091629-38F6-497F-A4E3-31CA9B76213B}" dt="2024-02-18T23:42:53.812" v="351" actId="26606"/>
          <pc:sldLayoutMkLst>
            <pc:docMk/>
            <pc:sldMasterMk cId="2799658998" sldId="2147483812"/>
            <pc:sldLayoutMk cId="3325464359" sldId="2147483801"/>
          </pc:sldLayoutMkLst>
        </pc:sldLayoutChg>
        <pc:sldLayoutChg chg="add del">
          <pc:chgData name="Marcus youngwavy" userId="33438cb5ad7eb8d7" providerId="LiveId" clId="{75091629-38F6-497F-A4E3-31CA9B76213B}" dt="2024-02-18T23:42:53.812" v="351" actId="26606"/>
          <pc:sldLayoutMkLst>
            <pc:docMk/>
            <pc:sldMasterMk cId="2799658998" sldId="2147483812"/>
            <pc:sldLayoutMk cId="2573736931" sldId="2147483802"/>
          </pc:sldLayoutMkLst>
        </pc:sldLayoutChg>
        <pc:sldLayoutChg chg="add del">
          <pc:chgData name="Marcus youngwavy" userId="33438cb5ad7eb8d7" providerId="LiveId" clId="{75091629-38F6-497F-A4E3-31CA9B76213B}" dt="2024-02-18T23:42:53.812" v="351" actId="26606"/>
          <pc:sldLayoutMkLst>
            <pc:docMk/>
            <pc:sldMasterMk cId="2799658998" sldId="2147483812"/>
            <pc:sldLayoutMk cId="3070669126" sldId="2147483803"/>
          </pc:sldLayoutMkLst>
        </pc:sldLayoutChg>
        <pc:sldLayoutChg chg="add del">
          <pc:chgData name="Marcus youngwavy" userId="33438cb5ad7eb8d7" providerId="LiveId" clId="{75091629-38F6-497F-A4E3-31CA9B76213B}" dt="2024-02-18T23:42:53.812" v="351" actId="26606"/>
          <pc:sldLayoutMkLst>
            <pc:docMk/>
            <pc:sldMasterMk cId="2799658998" sldId="2147483812"/>
            <pc:sldLayoutMk cId="3049749675" sldId="2147483804"/>
          </pc:sldLayoutMkLst>
        </pc:sldLayoutChg>
        <pc:sldLayoutChg chg="add del">
          <pc:chgData name="Marcus youngwavy" userId="33438cb5ad7eb8d7" providerId="LiveId" clId="{75091629-38F6-497F-A4E3-31CA9B76213B}" dt="2024-02-18T23:42:53.812" v="351" actId="26606"/>
          <pc:sldLayoutMkLst>
            <pc:docMk/>
            <pc:sldMasterMk cId="2799658998" sldId="2147483812"/>
            <pc:sldLayoutMk cId="304198064" sldId="2147483805"/>
          </pc:sldLayoutMkLst>
        </pc:sldLayoutChg>
        <pc:sldLayoutChg chg="add del">
          <pc:chgData name="Marcus youngwavy" userId="33438cb5ad7eb8d7" providerId="LiveId" clId="{75091629-38F6-497F-A4E3-31CA9B76213B}" dt="2024-02-18T23:42:53.812" v="351" actId="26606"/>
          <pc:sldLayoutMkLst>
            <pc:docMk/>
            <pc:sldMasterMk cId="2799658998" sldId="2147483812"/>
            <pc:sldLayoutMk cId="3342252249" sldId="2147483806"/>
          </pc:sldLayoutMkLst>
        </pc:sldLayoutChg>
        <pc:sldLayoutChg chg="add del">
          <pc:chgData name="Marcus youngwavy" userId="33438cb5ad7eb8d7" providerId="LiveId" clId="{75091629-38F6-497F-A4E3-31CA9B76213B}" dt="2024-02-18T23:42:53.812" v="351" actId="26606"/>
          <pc:sldLayoutMkLst>
            <pc:docMk/>
            <pc:sldMasterMk cId="2799658998" sldId="2147483812"/>
            <pc:sldLayoutMk cId="677979344" sldId="2147483807"/>
          </pc:sldLayoutMkLst>
        </pc:sldLayoutChg>
        <pc:sldLayoutChg chg="add del">
          <pc:chgData name="Marcus youngwavy" userId="33438cb5ad7eb8d7" providerId="LiveId" clId="{75091629-38F6-497F-A4E3-31CA9B76213B}" dt="2024-02-18T23:42:53.812" v="351" actId="26606"/>
          <pc:sldLayoutMkLst>
            <pc:docMk/>
            <pc:sldMasterMk cId="2799658998" sldId="2147483812"/>
            <pc:sldLayoutMk cId="677138541" sldId="2147483808"/>
          </pc:sldLayoutMkLst>
        </pc:sldLayoutChg>
        <pc:sldLayoutChg chg="add del">
          <pc:chgData name="Marcus youngwavy" userId="33438cb5ad7eb8d7" providerId="LiveId" clId="{75091629-38F6-497F-A4E3-31CA9B76213B}" dt="2024-02-18T23:42:53.812" v="351" actId="26606"/>
          <pc:sldLayoutMkLst>
            <pc:docMk/>
            <pc:sldMasterMk cId="2799658998" sldId="2147483812"/>
            <pc:sldLayoutMk cId="26809850" sldId="2147483809"/>
          </pc:sldLayoutMkLst>
        </pc:sldLayoutChg>
        <pc:sldLayoutChg chg="add del">
          <pc:chgData name="Marcus youngwavy" userId="33438cb5ad7eb8d7" providerId="LiveId" clId="{75091629-38F6-497F-A4E3-31CA9B76213B}" dt="2024-02-18T23:42:53.812" v="351" actId="26606"/>
          <pc:sldLayoutMkLst>
            <pc:docMk/>
            <pc:sldMasterMk cId="2799658998" sldId="2147483812"/>
            <pc:sldLayoutMk cId="1803752710" sldId="2147483810"/>
          </pc:sldLayoutMkLst>
        </pc:sldLayoutChg>
        <pc:sldLayoutChg chg="add del">
          <pc:chgData name="Marcus youngwavy" userId="33438cb5ad7eb8d7" providerId="LiveId" clId="{75091629-38F6-497F-A4E3-31CA9B76213B}" dt="2024-02-18T23:42:53.812" v="351" actId="26606"/>
          <pc:sldLayoutMkLst>
            <pc:docMk/>
            <pc:sldMasterMk cId="2799658998" sldId="2147483812"/>
            <pc:sldLayoutMk cId="3166000303" sldId="214748381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D0204-4A43-4008-8E62-9008779F5BA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EFC7E0-348E-46FC-BA8E-9170CA9043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Active Directory is important because it stores information about objects (computers, users, and printers/scanners) in a network.</a:t>
          </a:r>
        </a:p>
      </dgm:t>
    </dgm:pt>
    <dgm:pt modelId="{2EECA333-C380-44A0-8C62-C609A15A085D}" type="parTrans" cxnId="{87149754-70EA-45BC-A656-487897B5AF37}">
      <dgm:prSet/>
      <dgm:spPr/>
      <dgm:t>
        <a:bodyPr/>
        <a:lstStyle/>
        <a:p>
          <a:endParaRPr lang="en-US"/>
        </a:p>
      </dgm:t>
    </dgm:pt>
    <dgm:pt modelId="{56ED38A0-26BB-4AF1-88E8-DB9CC5852807}" type="sibTrans" cxnId="{87149754-70EA-45BC-A656-487897B5AF37}">
      <dgm:prSet/>
      <dgm:spPr/>
      <dgm:t>
        <a:bodyPr/>
        <a:lstStyle/>
        <a:p>
          <a:endParaRPr lang="en-US"/>
        </a:p>
      </dgm:t>
    </dgm:pt>
    <dgm:pt modelId="{DD5E7EA0-EDDC-4386-8D89-176DF87438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Contains information like display name, telephone number, address details, manager details, and in which department the user is working.</a:t>
          </a:r>
        </a:p>
      </dgm:t>
    </dgm:pt>
    <dgm:pt modelId="{4A9A32F6-5214-4182-9B2D-0FAE36058B32}" type="parTrans" cxnId="{EDF0E8AE-97F1-4A52-98A4-1AC22DBD9275}">
      <dgm:prSet/>
      <dgm:spPr/>
      <dgm:t>
        <a:bodyPr/>
        <a:lstStyle/>
        <a:p>
          <a:endParaRPr lang="en-US"/>
        </a:p>
      </dgm:t>
    </dgm:pt>
    <dgm:pt modelId="{1753D2B6-CA0E-4C80-9483-9303579D5372}" type="sibTrans" cxnId="{EDF0E8AE-97F1-4A52-98A4-1AC22DBD9275}">
      <dgm:prSet/>
      <dgm:spPr/>
      <dgm:t>
        <a:bodyPr/>
        <a:lstStyle/>
        <a:p>
          <a:endParaRPr lang="en-US"/>
        </a:p>
      </dgm:t>
    </dgm:pt>
    <dgm:pt modelId="{D2F00913-852C-4BCA-A991-FDEAD6F392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It authenticates and authorizes users and computers in a network</a:t>
          </a:r>
          <a:r>
            <a:rPr lang="en-US" dirty="0"/>
            <a:t>.</a:t>
          </a:r>
        </a:p>
      </dgm:t>
    </dgm:pt>
    <dgm:pt modelId="{F3361872-62A5-4D27-99AB-88287A643F6F}" type="parTrans" cxnId="{AFAD8D34-4F08-4C33-87BD-42F53C1D7F5C}">
      <dgm:prSet/>
      <dgm:spPr/>
      <dgm:t>
        <a:bodyPr/>
        <a:lstStyle/>
        <a:p>
          <a:endParaRPr lang="en-US"/>
        </a:p>
      </dgm:t>
    </dgm:pt>
    <dgm:pt modelId="{D02D26A4-01F7-4C0F-8615-D2852E20A8D7}" type="sibTrans" cxnId="{AFAD8D34-4F08-4C33-87BD-42F53C1D7F5C}">
      <dgm:prSet/>
      <dgm:spPr/>
      <dgm:t>
        <a:bodyPr/>
        <a:lstStyle/>
        <a:p>
          <a:endParaRPr lang="en-US"/>
        </a:p>
      </dgm:t>
    </dgm:pt>
    <dgm:pt modelId="{8A09DDA6-E26B-47A5-88D5-F5017C9AD7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server who controls the AD is called Domain Controllers or DC</a:t>
          </a:r>
        </a:p>
      </dgm:t>
    </dgm:pt>
    <dgm:pt modelId="{663AF2F0-882C-4AE7-B9EE-920A3EE1EBC5}" type="parTrans" cxnId="{FE0C9746-A13F-45B3-907C-8B615B7DDDEE}">
      <dgm:prSet/>
      <dgm:spPr/>
      <dgm:t>
        <a:bodyPr/>
        <a:lstStyle/>
        <a:p>
          <a:endParaRPr lang="en-US"/>
        </a:p>
      </dgm:t>
    </dgm:pt>
    <dgm:pt modelId="{C1FF0091-9633-4227-9FCC-BE9033CB6198}" type="sibTrans" cxnId="{FE0C9746-A13F-45B3-907C-8B615B7DDDEE}">
      <dgm:prSet/>
      <dgm:spPr/>
      <dgm:t>
        <a:bodyPr/>
        <a:lstStyle/>
        <a:p>
          <a:endParaRPr lang="en-US"/>
        </a:p>
      </dgm:t>
    </dgm:pt>
    <dgm:pt modelId="{A8B10D92-BA58-417F-9B72-4FF4BCB4B3B4}" type="pres">
      <dgm:prSet presAssocID="{C48D0204-4A43-4008-8E62-9008779F5BA4}" presName="root" presStyleCnt="0">
        <dgm:presLayoutVars>
          <dgm:dir/>
          <dgm:resizeHandles val="exact"/>
        </dgm:presLayoutVars>
      </dgm:prSet>
      <dgm:spPr/>
    </dgm:pt>
    <dgm:pt modelId="{281EA4FC-A617-40EE-9949-2DCB81D595AF}" type="pres">
      <dgm:prSet presAssocID="{A0EFC7E0-348E-46FC-BA8E-9170CA9043F3}" presName="compNode" presStyleCnt="0"/>
      <dgm:spPr/>
    </dgm:pt>
    <dgm:pt modelId="{F32BC65F-7064-40EC-8855-FE626C1C5213}" type="pres">
      <dgm:prSet presAssocID="{A0EFC7E0-348E-46FC-BA8E-9170CA9043F3}" presName="bgRect" presStyleLbl="bgShp" presStyleIdx="0" presStyleCnt="4"/>
      <dgm:spPr/>
    </dgm:pt>
    <dgm:pt modelId="{852CB6A1-DEED-4FB1-8CE6-7D7FA8D6962A}" type="pres">
      <dgm:prSet presAssocID="{A0EFC7E0-348E-46FC-BA8E-9170CA9043F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C5152B52-465D-4FCB-A4CF-65FA81D78DF9}" type="pres">
      <dgm:prSet presAssocID="{A0EFC7E0-348E-46FC-BA8E-9170CA9043F3}" presName="spaceRect" presStyleCnt="0"/>
      <dgm:spPr/>
    </dgm:pt>
    <dgm:pt modelId="{8790482E-6338-4234-BCE1-1A37D1FE08C7}" type="pres">
      <dgm:prSet presAssocID="{A0EFC7E0-348E-46FC-BA8E-9170CA9043F3}" presName="parTx" presStyleLbl="revTx" presStyleIdx="0" presStyleCnt="4">
        <dgm:presLayoutVars>
          <dgm:chMax val="0"/>
          <dgm:chPref val="0"/>
        </dgm:presLayoutVars>
      </dgm:prSet>
      <dgm:spPr/>
    </dgm:pt>
    <dgm:pt modelId="{6FEA5055-82E8-484F-A1DC-85BCDD562962}" type="pres">
      <dgm:prSet presAssocID="{56ED38A0-26BB-4AF1-88E8-DB9CC5852807}" presName="sibTrans" presStyleCnt="0"/>
      <dgm:spPr/>
    </dgm:pt>
    <dgm:pt modelId="{EFBEA2B1-714E-4262-9385-FE69F269CC39}" type="pres">
      <dgm:prSet presAssocID="{DD5E7EA0-EDDC-4386-8D89-176DF87438D1}" presName="compNode" presStyleCnt="0"/>
      <dgm:spPr/>
    </dgm:pt>
    <dgm:pt modelId="{547A1E97-29B1-4647-B388-6DE7E3A05E58}" type="pres">
      <dgm:prSet presAssocID="{DD5E7EA0-EDDC-4386-8D89-176DF87438D1}" presName="bgRect" presStyleLbl="bgShp" presStyleIdx="1" presStyleCnt="4"/>
      <dgm:spPr/>
    </dgm:pt>
    <dgm:pt modelId="{E6A93F05-53F2-4ACA-95EA-C49743A536C9}" type="pres">
      <dgm:prSet presAssocID="{DD5E7EA0-EDDC-4386-8D89-176DF87438D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895AEB3D-9651-4F00-BA83-58EA68A49EB2}" type="pres">
      <dgm:prSet presAssocID="{DD5E7EA0-EDDC-4386-8D89-176DF87438D1}" presName="spaceRect" presStyleCnt="0"/>
      <dgm:spPr/>
    </dgm:pt>
    <dgm:pt modelId="{B577A879-0583-4348-9BFA-C6C328A5A95D}" type="pres">
      <dgm:prSet presAssocID="{DD5E7EA0-EDDC-4386-8D89-176DF87438D1}" presName="parTx" presStyleLbl="revTx" presStyleIdx="1" presStyleCnt="4">
        <dgm:presLayoutVars>
          <dgm:chMax val="0"/>
          <dgm:chPref val="0"/>
        </dgm:presLayoutVars>
      </dgm:prSet>
      <dgm:spPr/>
    </dgm:pt>
    <dgm:pt modelId="{E7422F61-EBB6-4542-BC88-16A397184FF7}" type="pres">
      <dgm:prSet presAssocID="{1753D2B6-CA0E-4C80-9483-9303579D5372}" presName="sibTrans" presStyleCnt="0"/>
      <dgm:spPr/>
    </dgm:pt>
    <dgm:pt modelId="{126F3CD3-078B-48F9-BC8C-4C6D26CF28BF}" type="pres">
      <dgm:prSet presAssocID="{D2F00913-852C-4BCA-A991-FDEAD6F39208}" presName="compNode" presStyleCnt="0"/>
      <dgm:spPr/>
    </dgm:pt>
    <dgm:pt modelId="{932865F7-A9F0-4F59-B5F0-B112F3237F8D}" type="pres">
      <dgm:prSet presAssocID="{D2F00913-852C-4BCA-A991-FDEAD6F39208}" presName="bgRect" presStyleLbl="bgShp" presStyleIdx="2" presStyleCnt="4"/>
      <dgm:spPr/>
    </dgm:pt>
    <dgm:pt modelId="{5DC92F49-2C00-4863-842B-60E1EA0EF6C7}" type="pres">
      <dgm:prSet presAssocID="{D2F00913-852C-4BCA-A991-FDEAD6F3920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7CD7610E-2B62-475A-9C41-CA410CC12AED}" type="pres">
      <dgm:prSet presAssocID="{D2F00913-852C-4BCA-A991-FDEAD6F39208}" presName="spaceRect" presStyleCnt="0"/>
      <dgm:spPr/>
    </dgm:pt>
    <dgm:pt modelId="{27E5F675-EBF5-42E9-B31A-8C1B9B309876}" type="pres">
      <dgm:prSet presAssocID="{D2F00913-852C-4BCA-A991-FDEAD6F39208}" presName="parTx" presStyleLbl="revTx" presStyleIdx="2" presStyleCnt="4">
        <dgm:presLayoutVars>
          <dgm:chMax val="0"/>
          <dgm:chPref val="0"/>
        </dgm:presLayoutVars>
      </dgm:prSet>
      <dgm:spPr/>
    </dgm:pt>
    <dgm:pt modelId="{F9D29C17-FF60-4A34-8072-13A501F91FFB}" type="pres">
      <dgm:prSet presAssocID="{D02D26A4-01F7-4C0F-8615-D2852E20A8D7}" presName="sibTrans" presStyleCnt="0"/>
      <dgm:spPr/>
    </dgm:pt>
    <dgm:pt modelId="{AB347D49-ED9A-4DC5-A7C5-DAFCA501620F}" type="pres">
      <dgm:prSet presAssocID="{8A09DDA6-E26B-47A5-88D5-F5017C9AD76B}" presName="compNode" presStyleCnt="0"/>
      <dgm:spPr/>
    </dgm:pt>
    <dgm:pt modelId="{B5ACCCB2-7A53-4969-A4A4-9B12DD562F6B}" type="pres">
      <dgm:prSet presAssocID="{8A09DDA6-E26B-47A5-88D5-F5017C9AD76B}" presName="bgRect" presStyleLbl="bgShp" presStyleIdx="3" presStyleCnt="4"/>
      <dgm:spPr/>
    </dgm:pt>
    <dgm:pt modelId="{D18825D1-5010-4CAF-A4F5-75AF5DE6C9FB}" type="pres">
      <dgm:prSet presAssocID="{8A09DDA6-E26B-47A5-88D5-F5017C9AD76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7D14B26-74FE-4AAD-A54E-6A35A9FC2505}" type="pres">
      <dgm:prSet presAssocID="{8A09DDA6-E26B-47A5-88D5-F5017C9AD76B}" presName="spaceRect" presStyleCnt="0"/>
      <dgm:spPr/>
    </dgm:pt>
    <dgm:pt modelId="{6F9CB530-E818-4B20-9F98-8A8F8AABAAB4}" type="pres">
      <dgm:prSet presAssocID="{8A09DDA6-E26B-47A5-88D5-F5017C9AD76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FAD8D34-4F08-4C33-87BD-42F53C1D7F5C}" srcId="{C48D0204-4A43-4008-8E62-9008779F5BA4}" destId="{D2F00913-852C-4BCA-A991-FDEAD6F39208}" srcOrd="2" destOrd="0" parTransId="{F3361872-62A5-4D27-99AB-88287A643F6F}" sibTransId="{D02D26A4-01F7-4C0F-8615-D2852E20A8D7}"/>
    <dgm:cxn modelId="{B3E6ED37-A735-470F-8F67-97EE32B13A50}" type="presOf" srcId="{A0EFC7E0-348E-46FC-BA8E-9170CA9043F3}" destId="{8790482E-6338-4234-BCE1-1A37D1FE08C7}" srcOrd="0" destOrd="0" presId="urn:microsoft.com/office/officeart/2018/2/layout/IconVerticalSolidList"/>
    <dgm:cxn modelId="{A3D74338-2B60-4ECF-894B-662DB8FB54A1}" type="presOf" srcId="{D2F00913-852C-4BCA-A991-FDEAD6F39208}" destId="{27E5F675-EBF5-42E9-B31A-8C1B9B309876}" srcOrd="0" destOrd="0" presId="urn:microsoft.com/office/officeart/2018/2/layout/IconVerticalSolidList"/>
    <dgm:cxn modelId="{FE0C9746-A13F-45B3-907C-8B615B7DDDEE}" srcId="{C48D0204-4A43-4008-8E62-9008779F5BA4}" destId="{8A09DDA6-E26B-47A5-88D5-F5017C9AD76B}" srcOrd="3" destOrd="0" parTransId="{663AF2F0-882C-4AE7-B9EE-920A3EE1EBC5}" sibTransId="{C1FF0091-9633-4227-9FCC-BE9033CB6198}"/>
    <dgm:cxn modelId="{87149754-70EA-45BC-A656-487897B5AF37}" srcId="{C48D0204-4A43-4008-8E62-9008779F5BA4}" destId="{A0EFC7E0-348E-46FC-BA8E-9170CA9043F3}" srcOrd="0" destOrd="0" parTransId="{2EECA333-C380-44A0-8C62-C609A15A085D}" sibTransId="{56ED38A0-26BB-4AF1-88E8-DB9CC5852807}"/>
    <dgm:cxn modelId="{98AB2D7C-F650-43C1-B601-4202239A0A63}" type="presOf" srcId="{C48D0204-4A43-4008-8E62-9008779F5BA4}" destId="{A8B10D92-BA58-417F-9B72-4FF4BCB4B3B4}" srcOrd="0" destOrd="0" presId="urn:microsoft.com/office/officeart/2018/2/layout/IconVerticalSolidList"/>
    <dgm:cxn modelId="{3A01B48D-9601-4A63-AE7D-453B17E47EBB}" type="presOf" srcId="{8A09DDA6-E26B-47A5-88D5-F5017C9AD76B}" destId="{6F9CB530-E818-4B20-9F98-8A8F8AABAAB4}" srcOrd="0" destOrd="0" presId="urn:microsoft.com/office/officeart/2018/2/layout/IconVerticalSolidList"/>
    <dgm:cxn modelId="{EDF0E8AE-97F1-4A52-98A4-1AC22DBD9275}" srcId="{C48D0204-4A43-4008-8E62-9008779F5BA4}" destId="{DD5E7EA0-EDDC-4386-8D89-176DF87438D1}" srcOrd="1" destOrd="0" parTransId="{4A9A32F6-5214-4182-9B2D-0FAE36058B32}" sibTransId="{1753D2B6-CA0E-4C80-9483-9303579D5372}"/>
    <dgm:cxn modelId="{23F776F2-27F7-4060-B252-EAF8A72D64B9}" type="presOf" srcId="{DD5E7EA0-EDDC-4386-8D89-176DF87438D1}" destId="{B577A879-0583-4348-9BFA-C6C328A5A95D}" srcOrd="0" destOrd="0" presId="urn:microsoft.com/office/officeart/2018/2/layout/IconVerticalSolidList"/>
    <dgm:cxn modelId="{56FE3120-4144-4CAD-BC44-99E37E8BF1EF}" type="presParOf" srcId="{A8B10D92-BA58-417F-9B72-4FF4BCB4B3B4}" destId="{281EA4FC-A617-40EE-9949-2DCB81D595AF}" srcOrd="0" destOrd="0" presId="urn:microsoft.com/office/officeart/2018/2/layout/IconVerticalSolidList"/>
    <dgm:cxn modelId="{53FBC0CD-5A62-4AB1-B5AF-C1C7C9BCB0AC}" type="presParOf" srcId="{281EA4FC-A617-40EE-9949-2DCB81D595AF}" destId="{F32BC65F-7064-40EC-8855-FE626C1C5213}" srcOrd="0" destOrd="0" presId="urn:microsoft.com/office/officeart/2018/2/layout/IconVerticalSolidList"/>
    <dgm:cxn modelId="{754418D3-1840-4DF0-9FD4-8A0BD73AB856}" type="presParOf" srcId="{281EA4FC-A617-40EE-9949-2DCB81D595AF}" destId="{852CB6A1-DEED-4FB1-8CE6-7D7FA8D6962A}" srcOrd="1" destOrd="0" presId="urn:microsoft.com/office/officeart/2018/2/layout/IconVerticalSolidList"/>
    <dgm:cxn modelId="{A15BF40B-C5AF-4E37-B9B7-7EBDE4AF45A7}" type="presParOf" srcId="{281EA4FC-A617-40EE-9949-2DCB81D595AF}" destId="{C5152B52-465D-4FCB-A4CF-65FA81D78DF9}" srcOrd="2" destOrd="0" presId="urn:microsoft.com/office/officeart/2018/2/layout/IconVerticalSolidList"/>
    <dgm:cxn modelId="{083B1736-FF8D-4D94-9685-F2C435436D0B}" type="presParOf" srcId="{281EA4FC-A617-40EE-9949-2DCB81D595AF}" destId="{8790482E-6338-4234-BCE1-1A37D1FE08C7}" srcOrd="3" destOrd="0" presId="urn:microsoft.com/office/officeart/2018/2/layout/IconVerticalSolidList"/>
    <dgm:cxn modelId="{D87F9D32-8D4A-4749-9EEA-58E377DAD774}" type="presParOf" srcId="{A8B10D92-BA58-417F-9B72-4FF4BCB4B3B4}" destId="{6FEA5055-82E8-484F-A1DC-85BCDD562962}" srcOrd="1" destOrd="0" presId="urn:microsoft.com/office/officeart/2018/2/layout/IconVerticalSolidList"/>
    <dgm:cxn modelId="{C9A4BBF8-7963-49CE-8929-83617830637F}" type="presParOf" srcId="{A8B10D92-BA58-417F-9B72-4FF4BCB4B3B4}" destId="{EFBEA2B1-714E-4262-9385-FE69F269CC39}" srcOrd="2" destOrd="0" presId="urn:microsoft.com/office/officeart/2018/2/layout/IconVerticalSolidList"/>
    <dgm:cxn modelId="{754CDF37-44BB-4D8B-937D-321ACB4B8704}" type="presParOf" srcId="{EFBEA2B1-714E-4262-9385-FE69F269CC39}" destId="{547A1E97-29B1-4647-B388-6DE7E3A05E58}" srcOrd="0" destOrd="0" presId="urn:microsoft.com/office/officeart/2018/2/layout/IconVerticalSolidList"/>
    <dgm:cxn modelId="{1F0551E6-6257-4B0D-B9F3-480981CF0432}" type="presParOf" srcId="{EFBEA2B1-714E-4262-9385-FE69F269CC39}" destId="{E6A93F05-53F2-4ACA-95EA-C49743A536C9}" srcOrd="1" destOrd="0" presId="urn:microsoft.com/office/officeart/2018/2/layout/IconVerticalSolidList"/>
    <dgm:cxn modelId="{20402C0F-E4A2-4B4D-AD94-537D973FEC37}" type="presParOf" srcId="{EFBEA2B1-714E-4262-9385-FE69F269CC39}" destId="{895AEB3D-9651-4F00-BA83-58EA68A49EB2}" srcOrd="2" destOrd="0" presId="urn:microsoft.com/office/officeart/2018/2/layout/IconVerticalSolidList"/>
    <dgm:cxn modelId="{90C6EABF-3351-498C-A431-1F94BBC7ECC8}" type="presParOf" srcId="{EFBEA2B1-714E-4262-9385-FE69F269CC39}" destId="{B577A879-0583-4348-9BFA-C6C328A5A95D}" srcOrd="3" destOrd="0" presId="urn:microsoft.com/office/officeart/2018/2/layout/IconVerticalSolidList"/>
    <dgm:cxn modelId="{9BEDF59C-2B0F-4145-B08D-23F3BA1F1065}" type="presParOf" srcId="{A8B10D92-BA58-417F-9B72-4FF4BCB4B3B4}" destId="{E7422F61-EBB6-4542-BC88-16A397184FF7}" srcOrd="3" destOrd="0" presId="urn:microsoft.com/office/officeart/2018/2/layout/IconVerticalSolidList"/>
    <dgm:cxn modelId="{D8962BD1-4FC1-4B53-8B1D-9E68E8E54D0B}" type="presParOf" srcId="{A8B10D92-BA58-417F-9B72-4FF4BCB4B3B4}" destId="{126F3CD3-078B-48F9-BC8C-4C6D26CF28BF}" srcOrd="4" destOrd="0" presId="urn:microsoft.com/office/officeart/2018/2/layout/IconVerticalSolidList"/>
    <dgm:cxn modelId="{6D6C3D06-944D-470A-970C-A3197E1ABCC4}" type="presParOf" srcId="{126F3CD3-078B-48F9-BC8C-4C6D26CF28BF}" destId="{932865F7-A9F0-4F59-B5F0-B112F3237F8D}" srcOrd="0" destOrd="0" presId="urn:microsoft.com/office/officeart/2018/2/layout/IconVerticalSolidList"/>
    <dgm:cxn modelId="{DF326CF1-F91A-42D2-9DB3-138F4297C748}" type="presParOf" srcId="{126F3CD3-078B-48F9-BC8C-4C6D26CF28BF}" destId="{5DC92F49-2C00-4863-842B-60E1EA0EF6C7}" srcOrd="1" destOrd="0" presId="urn:microsoft.com/office/officeart/2018/2/layout/IconVerticalSolidList"/>
    <dgm:cxn modelId="{9DD1F7A9-0CA8-46DE-B44E-EE24696A088A}" type="presParOf" srcId="{126F3CD3-078B-48F9-BC8C-4C6D26CF28BF}" destId="{7CD7610E-2B62-475A-9C41-CA410CC12AED}" srcOrd="2" destOrd="0" presId="urn:microsoft.com/office/officeart/2018/2/layout/IconVerticalSolidList"/>
    <dgm:cxn modelId="{3A5893C7-1A8C-490D-85CC-7AA9C8090EC5}" type="presParOf" srcId="{126F3CD3-078B-48F9-BC8C-4C6D26CF28BF}" destId="{27E5F675-EBF5-42E9-B31A-8C1B9B309876}" srcOrd="3" destOrd="0" presId="urn:microsoft.com/office/officeart/2018/2/layout/IconVerticalSolidList"/>
    <dgm:cxn modelId="{01A5A301-E18F-4E87-92A1-4ACA9AAB39F8}" type="presParOf" srcId="{A8B10D92-BA58-417F-9B72-4FF4BCB4B3B4}" destId="{F9D29C17-FF60-4A34-8072-13A501F91FFB}" srcOrd="5" destOrd="0" presId="urn:microsoft.com/office/officeart/2018/2/layout/IconVerticalSolidList"/>
    <dgm:cxn modelId="{7597C73F-FBA4-43B4-99A5-F48A71E53357}" type="presParOf" srcId="{A8B10D92-BA58-417F-9B72-4FF4BCB4B3B4}" destId="{AB347D49-ED9A-4DC5-A7C5-DAFCA501620F}" srcOrd="6" destOrd="0" presId="urn:microsoft.com/office/officeart/2018/2/layout/IconVerticalSolidList"/>
    <dgm:cxn modelId="{E4FC3683-C3F3-4C4E-9BC7-DF1678B74FEA}" type="presParOf" srcId="{AB347D49-ED9A-4DC5-A7C5-DAFCA501620F}" destId="{B5ACCCB2-7A53-4969-A4A4-9B12DD562F6B}" srcOrd="0" destOrd="0" presId="urn:microsoft.com/office/officeart/2018/2/layout/IconVerticalSolidList"/>
    <dgm:cxn modelId="{BB655CF1-62CF-4F21-88F7-0779460D10DE}" type="presParOf" srcId="{AB347D49-ED9A-4DC5-A7C5-DAFCA501620F}" destId="{D18825D1-5010-4CAF-A4F5-75AF5DE6C9FB}" srcOrd="1" destOrd="0" presId="urn:microsoft.com/office/officeart/2018/2/layout/IconVerticalSolidList"/>
    <dgm:cxn modelId="{F808AC1F-6576-4432-AD42-78F4F522A610}" type="presParOf" srcId="{AB347D49-ED9A-4DC5-A7C5-DAFCA501620F}" destId="{67D14B26-74FE-4AAD-A54E-6A35A9FC2505}" srcOrd="2" destOrd="0" presId="urn:microsoft.com/office/officeart/2018/2/layout/IconVerticalSolidList"/>
    <dgm:cxn modelId="{BA4DE05E-4EF9-4C3D-A9F4-A8A7CEBAF651}" type="presParOf" srcId="{AB347D49-ED9A-4DC5-A7C5-DAFCA501620F}" destId="{6F9CB530-E818-4B20-9F98-8A8F8AABAA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4DF0FF-9114-40BC-B305-CD61C79F0F0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0513075-C9FB-4CB4-834B-833E5AF8D42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Roles of FSMO</a:t>
          </a:r>
        </a:p>
      </dgm:t>
    </dgm:pt>
    <dgm:pt modelId="{1FF9EFBA-C677-45A1-AFEB-19D6338CC864}" type="parTrans" cxnId="{6B1A38D6-279B-463A-AF38-C8CDB3D0BA00}">
      <dgm:prSet/>
      <dgm:spPr/>
      <dgm:t>
        <a:bodyPr/>
        <a:lstStyle/>
        <a:p>
          <a:endParaRPr lang="en-US"/>
        </a:p>
      </dgm:t>
    </dgm:pt>
    <dgm:pt modelId="{B3183C11-11EF-4FF4-B11D-93287AF97FB3}" type="sibTrans" cxnId="{6B1A38D6-279B-463A-AF38-C8CDB3D0BA00}">
      <dgm:prSet/>
      <dgm:spPr/>
      <dgm:t>
        <a:bodyPr/>
        <a:lstStyle/>
        <a:p>
          <a:endParaRPr lang="en-US"/>
        </a:p>
      </dgm:t>
    </dgm:pt>
    <dgm:pt modelId="{C42D9CE7-151A-40E4-B9E8-439206635A9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Schema Master</a:t>
          </a:r>
        </a:p>
      </dgm:t>
    </dgm:pt>
    <dgm:pt modelId="{24C27CE7-D330-4764-89DF-234DC400F3ED}" type="parTrans" cxnId="{C3BC0B52-A87B-465E-B5BE-3DDE121DCE24}">
      <dgm:prSet/>
      <dgm:spPr/>
      <dgm:t>
        <a:bodyPr/>
        <a:lstStyle/>
        <a:p>
          <a:endParaRPr lang="en-US"/>
        </a:p>
      </dgm:t>
    </dgm:pt>
    <dgm:pt modelId="{5A0FAD0A-0952-4BCF-95B5-8CCFD924EA0B}" type="sibTrans" cxnId="{C3BC0B52-A87B-465E-B5BE-3DDE121DCE24}">
      <dgm:prSet/>
      <dgm:spPr/>
      <dgm:t>
        <a:bodyPr/>
        <a:lstStyle/>
        <a:p>
          <a:endParaRPr lang="en-US"/>
        </a:p>
      </dgm:t>
    </dgm:pt>
    <dgm:pt modelId="{1C97D506-50B4-44F0-A213-380CB481C3AE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Domain Naming Master </a:t>
          </a:r>
        </a:p>
      </dgm:t>
    </dgm:pt>
    <dgm:pt modelId="{58A6699B-2530-4439-96FF-1F42BC3E5377}" type="parTrans" cxnId="{CC6D0876-62AA-4CB4-9A31-8A713E8F6773}">
      <dgm:prSet/>
      <dgm:spPr/>
      <dgm:t>
        <a:bodyPr/>
        <a:lstStyle/>
        <a:p>
          <a:endParaRPr lang="en-US"/>
        </a:p>
      </dgm:t>
    </dgm:pt>
    <dgm:pt modelId="{0F8BB65C-B6EE-47D8-BBD7-C8D583E3A484}" type="sibTrans" cxnId="{CC6D0876-62AA-4CB4-9A31-8A713E8F6773}">
      <dgm:prSet/>
      <dgm:spPr/>
      <dgm:t>
        <a:bodyPr/>
        <a:lstStyle/>
        <a:p>
          <a:endParaRPr lang="en-US"/>
        </a:p>
      </dgm:t>
    </dgm:pt>
    <dgm:pt modelId="{E09D068D-4DBA-4A07-920C-1BB8A3B38F7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RID Master (Relative Identifier Master)</a:t>
          </a:r>
        </a:p>
      </dgm:t>
    </dgm:pt>
    <dgm:pt modelId="{A59C9226-0FA1-46B4-97B6-D74BBC9EB3DC}" type="parTrans" cxnId="{3C316340-5F0F-4550-8C85-9BAEAEEA3DB8}">
      <dgm:prSet/>
      <dgm:spPr/>
      <dgm:t>
        <a:bodyPr/>
        <a:lstStyle/>
        <a:p>
          <a:endParaRPr lang="en-US"/>
        </a:p>
      </dgm:t>
    </dgm:pt>
    <dgm:pt modelId="{766171A9-D0B6-4935-AD65-31A3FFE71D08}" type="sibTrans" cxnId="{3C316340-5F0F-4550-8C85-9BAEAEEA3DB8}">
      <dgm:prSet/>
      <dgm:spPr/>
      <dgm:t>
        <a:bodyPr/>
        <a:lstStyle/>
        <a:p>
          <a:endParaRPr lang="en-US"/>
        </a:p>
      </dgm:t>
    </dgm:pt>
    <dgm:pt modelId="{E356BA70-DFDC-49A2-A54F-41EA901354A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PDC Emulator (Primary Domain Controller Emulator)</a:t>
          </a:r>
        </a:p>
      </dgm:t>
    </dgm:pt>
    <dgm:pt modelId="{465E5A32-CAA1-4C00-8582-C092A8E888EB}" type="parTrans" cxnId="{4962F898-78F3-484D-AD64-210221A7E5BD}">
      <dgm:prSet/>
      <dgm:spPr/>
      <dgm:t>
        <a:bodyPr/>
        <a:lstStyle/>
        <a:p>
          <a:endParaRPr lang="en-US"/>
        </a:p>
      </dgm:t>
    </dgm:pt>
    <dgm:pt modelId="{1644CC05-4F63-4EA5-A12A-6BD796A46B77}" type="sibTrans" cxnId="{4962F898-78F3-484D-AD64-210221A7E5BD}">
      <dgm:prSet/>
      <dgm:spPr/>
      <dgm:t>
        <a:bodyPr/>
        <a:lstStyle/>
        <a:p>
          <a:endParaRPr lang="en-US"/>
        </a:p>
      </dgm:t>
    </dgm:pt>
    <dgm:pt modelId="{4BA16F5F-EDC1-46F9-BD66-100562551041}" type="pres">
      <dgm:prSet presAssocID="{284DF0FF-9114-40BC-B305-CD61C79F0F0C}" presName="vert0" presStyleCnt="0">
        <dgm:presLayoutVars>
          <dgm:dir/>
          <dgm:animOne val="branch"/>
          <dgm:animLvl val="lvl"/>
        </dgm:presLayoutVars>
      </dgm:prSet>
      <dgm:spPr/>
    </dgm:pt>
    <dgm:pt modelId="{48DF1D4C-005D-4C16-BC44-A361194175E5}" type="pres">
      <dgm:prSet presAssocID="{70513075-C9FB-4CB4-834B-833E5AF8D422}" presName="thickLine" presStyleLbl="alignNode1" presStyleIdx="0" presStyleCnt="5"/>
      <dgm:spPr/>
    </dgm:pt>
    <dgm:pt modelId="{FE1E6E6C-8E1C-48DD-B365-CB03F8C39D61}" type="pres">
      <dgm:prSet presAssocID="{70513075-C9FB-4CB4-834B-833E5AF8D422}" presName="horz1" presStyleCnt="0"/>
      <dgm:spPr/>
    </dgm:pt>
    <dgm:pt modelId="{4B00E880-77AD-4697-9C97-DA72944A54F3}" type="pres">
      <dgm:prSet presAssocID="{70513075-C9FB-4CB4-834B-833E5AF8D422}" presName="tx1" presStyleLbl="revTx" presStyleIdx="0" presStyleCnt="5"/>
      <dgm:spPr/>
    </dgm:pt>
    <dgm:pt modelId="{B98B505A-D886-41B8-835B-2C4F1F5A4E22}" type="pres">
      <dgm:prSet presAssocID="{70513075-C9FB-4CB4-834B-833E5AF8D422}" presName="vert1" presStyleCnt="0"/>
      <dgm:spPr/>
    </dgm:pt>
    <dgm:pt modelId="{90BB6AF9-12DA-4E57-9F8E-4976D17F89BC}" type="pres">
      <dgm:prSet presAssocID="{C42D9CE7-151A-40E4-B9E8-439206635A91}" presName="thickLine" presStyleLbl="alignNode1" presStyleIdx="1" presStyleCnt="5"/>
      <dgm:spPr/>
    </dgm:pt>
    <dgm:pt modelId="{74ED0B07-F382-44EF-B0FD-97522FB35D85}" type="pres">
      <dgm:prSet presAssocID="{C42D9CE7-151A-40E4-B9E8-439206635A91}" presName="horz1" presStyleCnt="0"/>
      <dgm:spPr/>
    </dgm:pt>
    <dgm:pt modelId="{DE48F169-B35D-48F4-B364-C955CE90260D}" type="pres">
      <dgm:prSet presAssocID="{C42D9CE7-151A-40E4-B9E8-439206635A91}" presName="tx1" presStyleLbl="revTx" presStyleIdx="1" presStyleCnt="5"/>
      <dgm:spPr/>
    </dgm:pt>
    <dgm:pt modelId="{ECB32CD9-CED8-47F8-8350-C9DC26D06617}" type="pres">
      <dgm:prSet presAssocID="{C42D9CE7-151A-40E4-B9E8-439206635A91}" presName="vert1" presStyleCnt="0"/>
      <dgm:spPr/>
    </dgm:pt>
    <dgm:pt modelId="{BA307941-5E14-4963-9055-95737E8F2907}" type="pres">
      <dgm:prSet presAssocID="{1C97D506-50B4-44F0-A213-380CB481C3AE}" presName="thickLine" presStyleLbl="alignNode1" presStyleIdx="2" presStyleCnt="5"/>
      <dgm:spPr/>
    </dgm:pt>
    <dgm:pt modelId="{6A49E817-035B-4817-AF62-3CB95421E964}" type="pres">
      <dgm:prSet presAssocID="{1C97D506-50B4-44F0-A213-380CB481C3AE}" presName="horz1" presStyleCnt="0"/>
      <dgm:spPr/>
    </dgm:pt>
    <dgm:pt modelId="{FAD34C9A-C9FE-48DD-B6DA-4641DAAEE5F1}" type="pres">
      <dgm:prSet presAssocID="{1C97D506-50B4-44F0-A213-380CB481C3AE}" presName="tx1" presStyleLbl="revTx" presStyleIdx="2" presStyleCnt="5"/>
      <dgm:spPr/>
    </dgm:pt>
    <dgm:pt modelId="{E9605DE9-ED21-4339-A224-BC4D35634AC7}" type="pres">
      <dgm:prSet presAssocID="{1C97D506-50B4-44F0-A213-380CB481C3AE}" presName="vert1" presStyleCnt="0"/>
      <dgm:spPr/>
    </dgm:pt>
    <dgm:pt modelId="{DA3F37A9-012B-40D8-A0A4-F75A0DB01354}" type="pres">
      <dgm:prSet presAssocID="{E09D068D-4DBA-4A07-920C-1BB8A3B38F79}" presName="thickLine" presStyleLbl="alignNode1" presStyleIdx="3" presStyleCnt="5"/>
      <dgm:spPr/>
    </dgm:pt>
    <dgm:pt modelId="{C64E78C3-346C-4861-B81E-ABC6A1674837}" type="pres">
      <dgm:prSet presAssocID="{E09D068D-4DBA-4A07-920C-1BB8A3B38F79}" presName="horz1" presStyleCnt="0"/>
      <dgm:spPr/>
    </dgm:pt>
    <dgm:pt modelId="{F843EA53-4767-4CD1-B853-C4A6C0526BD0}" type="pres">
      <dgm:prSet presAssocID="{E09D068D-4DBA-4A07-920C-1BB8A3B38F79}" presName="tx1" presStyleLbl="revTx" presStyleIdx="3" presStyleCnt="5"/>
      <dgm:spPr/>
    </dgm:pt>
    <dgm:pt modelId="{C0858E38-5E29-43BF-9517-0F5F25924538}" type="pres">
      <dgm:prSet presAssocID="{E09D068D-4DBA-4A07-920C-1BB8A3B38F79}" presName="vert1" presStyleCnt="0"/>
      <dgm:spPr/>
    </dgm:pt>
    <dgm:pt modelId="{9CCE51AB-E382-468B-AC21-730C51440F92}" type="pres">
      <dgm:prSet presAssocID="{E356BA70-DFDC-49A2-A54F-41EA901354A0}" presName="thickLine" presStyleLbl="alignNode1" presStyleIdx="4" presStyleCnt="5"/>
      <dgm:spPr/>
    </dgm:pt>
    <dgm:pt modelId="{41DD1751-147C-4E1B-84FB-F1E823106FD2}" type="pres">
      <dgm:prSet presAssocID="{E356BA70-DFDC-49A2-A54F-41EA901354A0}" presName="horz1" presStyleCnt="0"/>
      <dgm:spPr/>
    </dgm:pt>
    <dgm:pt modelId="{1A6F5E7A-DE6D-46CD-85D7-061B271BBC36}" type="pres">
      <dgm:prSet presAssocID="{E356BA70-DFDC-49A2-A54F-41EA901354A0}" presName="tx1" presStyleLbl="revTx" presStyleIdx="4" presStyleCnt="5"/>
      <dgm:spPr/>
    </dgm:pt>
    <dgm:pt modelId="{545F6139-6FC8-4301-A234-0978DE8E4DE1}" type="pres">
      <dgm:prSet presAssocID="{E356BA70-DFDC-49A2-A54F-41EA901354A0}" presName="vert1" presStyleCnt="0"/>
      <dgm:spPr/>
    </dgm:pt>
  </dgm:ptLst>
  <dgm:cxnLst>
    <dgm:cxn modelId="{3C316340-5F0F-4550-8C85-9BAEAEEA3DB8}" srcId="{284DF0FF-9114-40BC-B305-CD61C79F0F0C}" destId="{E09D068D-4DBA-4A07-920C-1BB8A3B38F79}" srcOrd="3" destOrd="0" parTransId="{A59C9226-0FA1-46B4-97B6-D74BBC9EB3DC}" sibTransId="{766171A9-D0B6-4935-AD65-31A3FFE71D08}"/>
    <dgm:cxn modelId="{DB6FB067-398F-4B53-AC85-6BE5A1F58D23}" type="presOf" srcId="{E356BA70-DFDC-49A2-A54F-41EA901354A0}" destId="{1A6F5E7A-DE6D-46CD-85D7-061B271BBC36}" srcOrd="0" destOrd="0" presId="urn:microsoft.com/office/officeart/2008/layout/LinedList"/>
    <dgm:cxn modelId="{C3BC0B52-A87B-465E-B5BE-3DDE121DCE24}" srcId="{284DF0FF-9114-40BC-B305-CD61C79F0F0C}" destId="{C42D9CE7-151A-40E4-B9E8-439206635A91}" srcOrd="1" destOrd="0" parTransId="{24C27CE7-D330-4764-89DF-234DC400F3ED}" sibTransId="{5A0FAD0A-0952-4BCF-95B5-8CCFD924EA0B}"/>
    <dgm:cxn modelId="{CC6D0876-62AA-4CB4-9A31-8A713E8F6773}" srcId="{284DF0FF-9114-40BC-B305-CD61C79F0F0C}" destId="{1C97D506-50B4-44F0-A213-380CB481C3AE}" srcOrd="2" destOrd="0" parTransId="{58A6699B-2530-4439-96FF-1F42BC3E5377}" sibTransId="{0F8BB65C-B6EE-47D8-BBD7-C8D583E3A484}"/>
    <dgm:cxn modelId="{4962F898-78F3-484D-AD64-210221A7E5BD}" srcId="{284DF0FF-9114-40BC-B305-CD61C79F0F0C}" destId="{E356BA70-DFDC-49A2-A54F-41EA901354A0}" srcOrd="4" destOrd="0" parTransId="{465E5A32-CAA1-4C00-8582-C092A8E888EB}" sibTransId="{1644CC05-4F63-4EA5-A12A-6BD796A46B77}"/>
    <dgm:cxn modelId="{0B47C7BA-ECB8-4263-BE23-459D82FD387B}" type="presOf" srcId="{1C97D506-50B4-44F0-A213-380CB481C3AE}" destId="{FAD34C9A-C9FE-48DD-B6DA-4641DAAEE5F1}" srcOrd="0" destOrd="0" presId="urn:microsoft.com/office/officeart/2008/layout/LinedList"/>
    <dgm:cxn modelId="{461DDBBE-D683-4553-BE3E-29F2F34F4066}" type="presOf" srcId="{70513075-C9FB-4CB4-834B-833E5AF8D422}" destId="{4B00E880-77AD-4697-9C97-DA72944A54F3}" srcOrd="0" destOrd="0" presId="urn:microsoft.com/office/officeart/2008/layout/LinedList"/>
    <dgm:cxn modelId="{385F21D1-C19E-475C-A871-1D4F2343F590}" type="presOf" srcId="{284DF0FF-9114-40BC-B305-CD61C79F0F0C}" destId="{4BA16F5F-EDC1-46F9-BD66-100562551041}" srcOrd="0" destOrd="0" presId="urn:microsoft.com/office/officeart/2008/layout/LinedList"/>
    <dgm:cxn modelId="{6B1A38D6-279B-463A-AF38-C8CDB3D0BA00}" srcId="{284DF0FF-9114-40BC-B305-CD61C79F0F0C}" destId="{70513075-C9FB-4CB4-834B-833E5AF8D422}" srcOrd="0" destOrd="0" parTransId="{1FF9EFBA-C677-45A1-AFEB-19D6338CC864}" sibTransId="{B3183C11-11EF-4FF4-B11D-93287AF97FB3}"/>
    <dgm:cxn modelId="{A39761E5-101A-4328-ACF5-267701269433}" type="presOf" srcId="{C42D9CE7-151A-40E4-B9E8-439206635A91}" destId="{DE48F169-B35D-48F4-B364-C955CE90260D}" srcOrd="0" destOrd="0" presId="urn:microsoft.com/office/officeart/2008/layout/LinedList"/>
    <dgm:cxn modelId="{CA3EBEFB-C065-4361-B963-5C53DEA4A56A}" type="presOf" srcId="{E09D068D-4DBA-4A07-920C-1BB8A3B38F79}" destId="{F843EA53-4767-4CD1-B853-C4A6C0526BD0}" srcOrd="0" destOrd="0" presId="urn:microsoft.com/office/officeart/2008/layout/LinedList"/>
    <dgm:cxn modelId="{7EDA104B-92B1-4F3A-BEED-5221F2196B22}" type="presParOf" srcId="{4BA16F5F-EDC1-46F9-BD66-100562551041}" destId="{48DF1D4C-005D-4C16-BC44-A361194175E5}" srcOrd="0" destOrd="0" presId="urn:microsoft.com/office/officeart/2008/layout/LinedList"/>
    <dgm:cxn modelId="{5DC9EDFA-F32D-487F-AAAD-E2886271538E}" type="presParOf" srcId="{4BA16F5F-EDC1-46F9-BD66-100562551041}" destId="{FE1E6E6C-8E1C-48DD-B365-CB03F8C39D61}" srcOrd="1" destOrd="0" presId="urn:microsoft.com/office/officeart/2008/layout/LinedList"/>
    <dgm:cxn modelId="{C1D6C310-14D9-40B8-AC22-E0981AED687A}" type="presParOf" srcId="{FE1E6E6C-8E1C-48DD-B365-CB03F8C39D61}" destId="{4B00E880-77AD-4697-9C97-DA72944A54F3}" srcOrd="0" destOrd="0" presId="urn:microsoft.com/office/officeart/2008/layout/LinedList"/>
    <dgm:cxn modelId="{4BAE4792-21A1-40BD-9257-F5DCF4AA32AA}" type="presParOf" srcId="{FE1E6E6C-8E1C-48DD-B365-CB03F8C39D61}" destId="{B98B505A-D886-41B8-835B-2C4F1F5A4E22}" srcOrd="1" destOrd="0" presId="urn:microsoft.com/office/officeart/2008/layout/LinedList"/>
    <dgm:cxn modelId="{F12D3A2A-C898-406B-ADFA-6FB2CC5415BC}" type="presParOf" srcId="{4BA16F5F-EDC1-46F9-BD66-100562551041}" destId="{90BB6AF9-12DA-4E57-9F8E-4976D17F89BC}" srcOrd="2" destOrd="0" presId="urn:microsoft.com/office/officeart/2008/layout/LinedList"/>
    <dgm:cxn modelId="{E95B9F0F-13D0-45F1-8F6A-BFED41147712}" type="presParOf" srcId="{4BA16F5F-EDC1-46F9-BD66-100562551041}" destId="{74ED0B07-F382-44EF-B0FD-97522FB35D85}" srcOrd="3" destOrd="0" presId="urn:microsoft.com/office/officeart/2008/layout/LinedList"/>
    <dgm:cxn modelId="{AD8BC568-AAA9-4764-A5D3-C0F28CF1B410}" type="presParOf" srcId="{74ED0B07-F382-44EF-B0FD-97522FB35D85}" destId="{DE48F169-B35D-48F4-B364-C955CE90260D}" srcOrd="0" destOrd="0" presId="urn:microsoft.com/office/officeart/2008/layout/LinedList"/>
    <dgm:cxn modelId="{A322B13E-DDDE-4325-8F3D-63C49A377426}" type="presParOf" srcId="{74ED0B07-F382-44EF-B0FD-97522FB35D85}" destId="{ECB32CD9-CED8-47F8-8350-C9DC26D06617}" srcOrd="1" destOrd="0" presId="urn:microsoft.com/office/officeart/2008/layout/LinedList"/>
    <dgm:cxn modelId="{CAFFFE90-9F40-42D4-8914-DEC817A9164C}" type="presParOf" srcId="{4BA16F5F-EDC1-46F9-BD66-100562551041}" destId="{BA307941-5E14-4963-9055-95737E8F2907}" srcOrd="4" destOrd="0" presId="urn:microsoft.com/office/officeart/2008/layout/LinedList"/>
    <dgm:cxn modelId="{3209C855-1C93-4327-B6BF-E1058370E2DF}" type="presParOf" srcId="{4BA16F5F-EDC1-46F9-BD66-100562551041}" destId="{6A49E817-035B-4817-AF62-3CB95421E964}" srcOrd="5" destOrd="0" presId="urn:microsoft.com/office/officeart/2008/layout/LinedList"/>
    <dgm:cxn modelId="{C7B7BAD4-2DC1-403A-89ED-724049EC2C13}" type="presParOf" srcId="{6A49E817-035B-4817-AF62-3CB95421E964}" destId="{FAD34C9A-C9FE-48DD-B6DA-4641DAAEE5F1}" srcOrd="0" destOrd="0" presId="urn:microsoft.com/office/officeart/2008/layout/LinedList"/>
    <dgm:cxn modelId="{9E6712A0-CAED-4CC7-B541-184BBB78B3EE}" type="presParOf" srcId="{6A49E817-035B-4817-AF62-3CB95421E964}" destId="{E9605DE9-ED21-4339-A224-BC4D35634AC7}" srcOrd="1" destOrd="0" presId="urn:microsoft.com/office/officeart/2008/layout/LinedList"/>
    <dgm:cxn modelId="{2868F6CB-BBAC-46FF-8E12-8057DD3E6485}" type="presParOf" srcId="{4BA16F5F-EDC1-46F9-BD66-100562551041}" destId="{DA3F37A9-012B-40D8-A0A4-F75A0DB01354}" srcOrd="6" destOrd="0" presId="urn:microsoft.com/office/officeart/2008/layout/LinedList"/>
    <dgm:cxn modelId="{ED2E17E6-774D-4C59-A892-5C0D9343C5F9}" type="presParOf" srcId="{4BA16F5F-EDC1-46F9-BD66-100562551041}" destId="{C64E78C3-346C-4861-B81E-ABC6A1674837}" srcOrd="7" destOrd="0" presId="urn:microsoft.com/office/officeart/2008/layout/LinedList"/>
    <dgm:cxn modelId="{3059B3FF-48FF-4570-852D-F1E34C1A19F6}" type="presParOf" srcId="{C64E78C3-346C-4861-B81E-ABC6A1674837}" destId="{F843EA53-4767-4CD1-B853-C4A6C0526BD0}" srcOrd="0" destOrd="0" presId="urn:microsoft.com/office/officeart/2008/layout/LinedList"/>
    <dgm:cxn modelId="{AC86D2D2-6168-42BA-9074-1F378DEB3255}" type="presParOf" srcId="{C64E78C3-346C-4861-B81E-ABC6A1674837}" destId="{C0858E38-5E29-43BF-9517-0F5F25924538}" srcOrd="1" destOrd="0" presId="urn:microsoft.com/office/officeart/2008/layout/LinedList"/>
    <dgm:cxn modelId="{532EF440-E085-40A8-A7C6-564C0D449630}" type="presParOf" srcId="{4BA16F5F-EDC1-46F9-BD66-100562551041}" destId="{9CCE51AB-E382-468B-AC21-730C51440F92}" srcOrd="8" destOrd="0" presId="urn:microsoft.com/office/officeart/2008/layout/LinedList"/>
    <dgm:cxn modelId="{9076DAD8-3FB8-446C-8791-6C0707D8EE87}" type="presParOf" srcId="{4BA16F5F-EDC1-46F9-BD66-100562551041}" destId="{41DD1751-147C-4E1B-84FB-F1E823106FD2}" srcOrd="9" destOrd="0" presId="urn:microsoft.com/office/officeart/2008/layout/LinedList"/>
    <dgm:cxn modelId="{BCECEA27-2528-4DB4-A48B-4EFCB6F35E23}" type="presParOf" srcId="{41DD1751-147C-4E1B-84FB-F1E823106FD2}" destId="{1A6F5E7A-DE6D-46CD-85D7-061B271BBC36}" srcOrd="0" destOrd="0" presId="urn:microsoft.com/office/officeart/2008/layout/LinedList"/>
    <dgm:cxn modelId="{A389F5F2-68CE-4829-A0A1-AEC2C63A2A8D}" type="presParOf" srcId="{41DD1751-147C-4E1B-84FB-F1E823106FD2}" destId="{545F6139-6FC8-4301-A234-0978DE8E4D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7AD5AF-8967-48E5-996A-33969E3F0D8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FEE95DB-5938-4FF3-BEAC-F5D0C1A9F551}">
      <dgm:prSet/>
      <dgm:spPr/>
      <dgm:t>
        <a:bodyPr/>
        <a:lstStyle/>
        <a:p>
          <a:r>
            <a:rPr lang="en-US"/>
            <a:t>The command is “repadmin/syncall/ADeP”</a:t>
          </a:r>
        </a:p>
      </dgm:t>
    </dgm:pt>
    <dgm:pt modelId="{3965F23C-C45F-4AD9-BBF0-9AB3C66D6134}" type="parTrans" cxnId="{8293CF0C-A162-4CEB-9A55-432E84CCA408}">
      <dgm:prSet/>
      <dgm:spPr/>
      <dgm:t>
        <a:bodyPr/>
        <a:lstStyle/>
        <a:p>
          <a:endParaRPr lang="en-US"/>
        </a:p>
      </dgm:t>
    </dgm:pt>
    <dgm:pt modelId="{90BD3ABA-3305-449C-8631-9F466D8A9297}" type="sibTrans" cxnId="{8293CF0C-A162-4CEB-9A55-432E84CCA408}">
      <dgm:prSet/>
      <dgm:spPr/>
      <dgm:t>
        <a:bodyPr/>
        <a:lstStyle/>
        <a:p>
          <a:endParaRPr lang="en-US"/>
        </a:p>
      </dgm:t>
    </dgm:pt>
    <dgm:pt modelId="{FFD1698F-D380-44C5-9578-0CCBE0E30603}">
      <dgm:prSet/>
      <dgm:spPr/>
      <dgm:t>
        <a:bodyPr/>
        <a:lstStyle/>
        <a:p>
          <a:r>
            <a:rPr lang="en-US"/>
            <a:t>This command is utilized if you want to apply force replication on the domain controller</a:t>
          </a:r>
        </a:p>
      </dgm:t>
    </dgm:pt>
    <dgm:pt modelId="{1401BEBA-BF95-4466-99D1-C299C14076D9}" type="parTrans" cxnId="{EA937F57-3576-442D-9D30-6BF7268DA80A}">
      <dgm:prSet/>
      <dgm:spPr/>
      <dgm:t>
        <a:bodyPr/>
        <a:lstStyle/>
        <a:p>
          <a:endParaRPr lang="en-US"/>
        </a:p>
      </dgm:t>
    </dgm:pt>
    <dgm:pt modelId="{615648C1-2DD0-4450-8D30-39FA59B80986}" type="sibTrans" cxnId="{EA937F57-3576-442D-9D30-6BF7268DA80A}">
      <dgm:prSet/>
      <dgm:spPr/>
      <dgm:t>
        <a:bodyPr/>
        <a:lstStyle/>
        <a:p>
          <a:endParaRPr lang="en-US"/>
        </a:p>
      </dgm:t>
    </dgm:pt>
    <dgm:pt modelId="{85F74013-12DA-4C15-869B-3D279B11A90E}">
      <dgm:prSet/>
      <dgm:spPr/>
      <dgm:t>
        <a:bodyPr/>
        <a:lstStyle/>
        <a:p>
          <a:r>
            <a:rPr lang="en-US"/>
            <a:t>If you made a change to anything in a domain controller and you want to copy them onto the whole forest, use the command</a:t>
          </a:r>
        </a:p>
      </dgm:t>
    </dgm:pt>
    <dgm:pt modelId="{7FAE24AB-96AE-4837-B90E-35738CF8A60E}" type="parTrans" cxnId="{4CED7945-1DA6-4914-A80D-22CC98FC6331}">
      <dgm:prSet/>
      <dgm:spPr/>
      <dgm:t>
        <a:bodyPr/>
        <a:lstStyle/>
        <a:p>
          <a:endParaRPr lang="en-US"/>
        </a:p>
      </dgm:t>
    </dgm:pt>
    <dgm:pt modelId="{CBE54BCF-7FDB-42EC-A2AB-90E85A359DED}" type="sibTrans" cxnId="{4CED7945-1DA6-4914-A80D-22CC98FC6331}">
      <dgm:prSet/>
      <dgm:spPr/>
      <dgm:t>
        <a:bodyPr/>
        <a:lstStyle/>
        <a:p>
          <a:endParaRPr lang="en-US"/>
        </a:p>
      </dgm:t>
    </dgm:pt>
    <dgm:pt modelId="{4DA574C6-7C05-41C5-8AFF-390FBA206320}" type="pres">
      <dgm:prSet presAssocID="{6C7AD5AF-8967-48E5-996A-33969E3F0D80}" presName="linear" presStyleCnt="0">
        <dgm:presLayoutVars>
          <dgm:animLvl val="lvl"/>
          <dgm:resizeHandles val="exact"/>
        </dgm:presLayoutVars>
      </dgm:prSet>
      <dgm:spPr/>
    </dgm:pt>
    <dgm:pt modelId="{177CB062-9FE3-4A2A-AD48-BC63E0F4EF6E}" type="pres">
      <dgm:prSet presAssocID="{5FEE95DB-5938-4FF3-BEAC-F5D0C1A9F55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145FBBA-852D-4E2E-8A04-9EFCDC1EE288}" type="pres">
      <dgm:prSet presAssocID="{90BD3ABA-3305-449C-8631-9F466D8A9297}" presName="spacer" presStyleCnt="0"/>
      <dgm:spPr/>
    </dgm:pt>
    <dgm:pt modelId="{5B8520E5-5CF4-462D-91FA-9BCE4B3C3139}" type="pres">
      <dgm:prSet presAssocID="{FFD1698F-D380-44C5-9578-0CCBE0E3060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5BD8E2-3E9F-48EA-A930-044E1B817C98}" type="pres">
      <dgm:prSet presAssocID="{615648C1-2DD0-4450-8D30-39FA59B80986}" presName="spacer" presStyleCnt="0"/>
      <dgm:spPr/>
    </dgm:pt>
    <dgm:pt modelId="{BBF6BE86-4DF3-4218-BAC2-1311FB25515C}" type="pres">
      <dgm:prSet presAssocID="{85F74013-12DA-4C15-869B-3D279B11A90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293CF0C-A162-4CEB-9A55-432E84CCA408}" srcId="{6C7AD5AF-8967-48E5-996A-33969E3F0D80}" destId="{5FEE95DB-5938-4FF3-BEAC-F5D0C1A9F551}" srcOrd="0" destOrd="0" parTransId="{3965F23C-C45F-4AD9-BBF0-9AB3C66D6134}" sibTransId="{90BD3ABA-3305-449C-8631-9F466D8A9297}"/>
    <dgm:cxn modelId="{34460516-F572-43C6-BC40-D1116D972C1A}" type="presOf" srcId="{FFD1698F-D380-44C5-9578-0CCBE0E30603}" destId="{5B8520E5-5CF4-462D-91FA-9BCE4B3C3139}" srcOrd="0" destOrd="0" presId="urn:microsoft.com/office/officeart/2005/8/layout/vList2"/>
    <dgm:cxn modelId="{E653203D-FB1A-4CAF-8733-1AFAA2186BD5}" type="presOf" srcId="{85F74013-12DA-4C15-869B-3D279B11A90E}" destId="{BBF6BE86-4DF3-4218-BAC2-1311FB25515C}" srcOrd="0" destOrd="0" presId="urn:microsoft.com/office/officeart/2005/8/layout/vList2"/>
    <dgm:cxn modelId="{4CED7945-1DA6-4914-A80D-22CC98FC6331}" srcId="{6C7AD5AF-8967-48E5-996A-33969E3F0D80}" destId="{85F74013-12DA-4C15-869B-3D279B11A90E}" srcOrd="2" destOrd="0" parTransId="{7FAE24AB-96AE-4837-B90E-35738CF8A60E}" sibTransId="{CBE54BCF-7FDB-42EC-A2AB-90E85A359DED}"/>
    <dgm:cxn modelId="{39E43C6D-87F5-4970-9D9D-E604F123208C}" type="presOf" srcId="{5FEE95DB-5938-4FF3-BEAC-F5D0C1A9F551}" destId="{177CB062-9FE3-4A2A-AD48-BC63E0F4EF6E}" srcOrd="0" destOrd="0" presId="urn:microsoft.com/office/officeart/2005/8/layout/vList2"/>
    <dgm:cxn modelId="{9D584250-6811-46C4-AEA4-242CACFF58B4}" type="presOf" srcId="{6C7AD5AF-8967-48E5-996A-33969E3F0D80}" destId="{4DA574C6-7C05-41C5-8AFF-390FBA206320}" srcOrd="0" destOrd="0" presId="urn:microsoft.com/office/officeart/2005/8/layout/vList2"/>
    <dgm:cxn modelId="{EA937F57-3576-442D-9D30-6BF7268DA80A}" srcId="{6C7AD5AF-8967-48E5-996A-33969E3F0D80}" destId="{FFD1698F-D380-44C5-9578-0CCBE0E30603}" srcOrd="1" destOrd="0" parTransId="{1401BEBA-BF95-4466-99D1-C299C14076D9}" sibTransId="{615648C1-2DD0-4450-8D30-39FA59B80986}"/>
    <dgm:cxn modelId="{54D6FF57-F04F-45A3-8E37-EEF9ECA9DD1C}" type="presParOf" srcId="{4DA574C6-7C05-41C5-8AFF-390FBA206320}" destId="{177CB062-9FE3-4A2A-AD48-BC63E0F4EF6E}" srcOrd="0" destOrd="0" presId="urn:microsoft.com/office/officeart/2005/8/layout/vList2"/>
    <dgm:cxn modelId="{E2A64BBC-E2C4-4547-B594-2B523614C08E}" type="presParOf" srcId="{4DA574C6-7C05-41C5-8AFF-390FBA206320}" destId="{0145FBBA-852D-4E2E-8A04-9EFCDC1EE288}" srcOrd="1" destOrd="0" presId="urn:microsoft.com/office/officeart/2005/8/layout/vList2"/>
    <dgm:cxn modelId="{A64D17A6-01EC-4215-9AC5-DC9906A4D402}" type="presParOf" srcId="{4DA574C6-7C05-41C5-8AFF-390FBA206320}" destId="{5B8520E5-5CF4-462D-91FA-9BCE4B3C3139}" srcOrd="2" destOrd="0" presId="urn:microsoft.com/office/officeart/2005/8/layout/vList2"/>
    <dgm:cxn modelId="{9BD1A326-3A17-4CA1-9121-5A0C86642FAA}" type="presParOf" srcId="{4DA574C6-7C05-41C5-8AFF-390FBA206320}" destId="{B85BD8E2-3E9F-48EA-A930-044E1B817C98}" srcOrd="3" destOrd="0" presId="urn:microsoft.com/office/officeart/2005/8/layout/vList2"/>
    <dgm:cxn modelId="{ADC3B827-21F9-4BD9-A5B0-9441D98331D8}" type="presParOf" srcId="{4DA574C6-7C05-41C5-8AFF-390FBA206320}" destId="{BBF6BE86-4DF3-4218-BAC2-1311FB25515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5A075B-E77F-4FCC-B6BA-24A3B8F5DEB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E88BEC-CCD3-41A5-B0DE-5384DD817A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It stores the users and computers information </a:t>
          </a:r>
        </a:p>
      </dgm:t>
    </dgm:pt>
    <dgm:pt modelId="{3E8673A7-4D20-40D6-929C-3BC06A9BF325}" type="parTrans" cxnId="{54FC5952-A5F7-4278-9CF4-F90D6542C9E9}">
      <dgm:prSet/>
      <dgm:spPr/>
      <dgm:t>
        <a:bodyPr/>
        <a:lstStyle/>
        <a:p>
          <a:endParaRPr lang="en-US"/>
        </a:p>
      </dgm:t>
    </dgm:pt>
    <dgm:pt modelId="{2FA558B3-3AD1-4E48-8BCE-0D891306BB68}" type="sibTrans" cxnId="{54FC5952-A5F7-4278-9CF4-F90D6542C9E9}">
      <dgm:prSet/>
      <dgm:spPr/>
      <dgm:t>
        <a:bodyPr/>
        <a:lstStyle/>
        <a:p>
          <a:endParaRPr lang="en-US"/>
        </a:p>
      </dgm:t>
    </dgm:pt>
    <dgm:pt modelId="{FB7E62E1-257C-44A2-847B-73C0477775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Controls who has access to authorized information</a:t>
          </a:r>
        </a:p>
      </dgm:t>
    </dgm:pt>
    <dgm:pt modelId="{FD16C435-1C75-46A5-A5AA-D3A797A6C28B}" type="parTrans" cxnId="{EE3FD3A3-3D1C-46F2-9A1F-7DF3E66D78BC}">
      <dgm:prSet/>
      <dgm:spPr/>
      <dgm:t>
        <a:bodyPr/>
        <a:lstStyle/>
        <a:p>
          <a:endParaRPr lang="en-US"/>
        </a:p>
      </dgm:t>
    </dgm:pt>
    <dgm:pt modelId="{0DFB98C7-DBD7-427B-9E2D-CCFB0D9B8C54}" type="sibTrans" cxnId="{EE3FD3A3-3D1C-46F2-9A1F-7DF3E66D78BC}">
      <dgm:prSet/>
      <dgm:spPr/>
      <dgm:t>
        <a:bodyPr/>
        <a:lstStyle/>
        <a:p>
          <a:endParaRPr lang="en-US"/>
        </a:p>
      </dgm:t>
    </dgm:pt>
    <dgm:pt modelId="{2707E250-AFEF-459D-893C-E1194B4A00D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Controls what domains are being removed and named properly</a:t>
          </a:r>
        </a:p>
      </dgm:t>
    </dgm:pt>
    <dgm:pt modelId="{C75C16A8-B5D6-4702-A526-377C21309A18}" type="parTrans" cxnId="{FEAA6A20-6CEE-4AF7-B625-FCE81042968F}">
      <dgm:prSet/>
      <dgm:spPr/>
      <dgm:t>
        <a:bodyPr/>
        <a:lstStyle/>
        <a:p>
          <a:endParaRPr lang="en-US"/>
        </a:p>
      </dgm:t>
    </dgm:pt>
    <dgm:pt modelId="{D0B61B7B-6556-490C-9A52-447604D56BC3}" type="sibTrans" cxnId="{FEAA6A20-6CEE-4AF7-B625-FCE81042968F}">
      <dgm:prSet/>
      <dgm:spPr/>
      <dgm:t>
        <a:bodyPr/>
        <a:lstStyle/>
        <a:p>
          <a:endParaRPr lang="en-US"/>
        </a:p>
      </dgm:t>
    </dgm:pt>
    <dgm:pt modelId="{F4752A74-8FFD-4BFC-BB41-F5CE2CE2F21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Keeping the domains up-to-date </a:t>
          </a:r>
        </a:p>
      </dgm:t>
    </dgm:pt>
    <dgm:pt modelId="{634E8B94-8FA1-4367-9C80-3EA3A4CDB103}" type="parTrans" cxnId="{9612B33B-745E-4AB8-B2EF-DCE6245ED37F}">
      <dgm:prSet/>
      <dgm:spPr/>
      <dgm:t>
        <a:bodyPr/>
        <a:lstStyle/>
        <a:p>
          <a:endParaRPr lang="en-US"/>
        </a:p>
      </dgm:t>
    </dgm:pt>
    <dgm:pt modelId="{45B34490-DDCA-4470-8C40-9787D605D3F1}" type="sibTrans" cxnId="{9612B33B-745E-4AB8-B2EF-DCE6245ED37F}">
      <dgm:prSet/>
      <dgm:spPr/>
      <dgm:t>
        <a:bodyPr/>
        <a:lstStyle/>
        <a:p>
          <a:endParaRPr lang="en-US"/>
        </a:p>
      </dgm:t>
    </dgm:pt>
    <dgm:pt modelId="{B9CB8286-93B1-4C4B-B6C8-657672E6CA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Time Synchronization </a:t>
          </a:r>
        </a:p>
      </dgm:t>
    </dgm:pt>
    <dgm:pt modelId="{2C9EA982-E472-4318-9663-C558704DFC3A}" type="parTrans" cxnId="{7539F442-971F-412E-B966-70151D24666C}">
      <dgm:prSet/>
      <dgm:spPr/>
      <dgm:t>
        <a:bodyPr/>
        <a:lstStyle/>
        <a:p>
          <a:endParaRPr lang="en-US"/>
        </a:p>
      </dgm:t>
    </dgm:pt>
    <dgm:pt modelId="{1A527196-F6FD-4712-99C9-9848A2296F23}" type="sibTrans" cxnId="{7539F442-971F-412E-B966-70151D24666C}">
      <dgm:prSet/>
      <dgm:spPr/>
      <dgm:t>
        <a:bodyPr/>
        <a:lstStyle/>
        <a:p>
          <a:endParaRPr lang="en-US"/>
        </a:p>
      </dgm:t>
    </dgm:pt>
    <dgm:pt modelId="{4A92339C-7FD7-46F9-BE5C-B7E1C3DF1B7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Password Changes</a:t>
          </a:r>
        </a:p>
      </dgm:t>
    </dgm:pt>
    <dgm:pt modelId="{99EBF564-0816-4F4C-B89D-1801D0B625AB}" type="parTrans" cxnId="{832C7562-D4E9-4091-B2F8-7DDAFA78DAA7}">
      <dgm:prSet/>
      <dgm:spPr/>
      <dgm:t>
        <a:bodyPr/>
        <a:lstStyle/>
        <a:p>
          <a:endParaRPr lang="en-US"/>
        </a:p>
      </dgm:t>
    </dgm:pt>
    <dgm:pt modelId="{CF0B26C2-A8CF-485A-B9A2-CD185F695725}" type="sibTrans" cxnId="{832C7562-D4E9-4091-B2F8-7DDAFA78DAA7}">
      <dgm:prSet/>
      <dgm:spPr/>
      <dgm:t>
        <a:bodyPr/>
        <a:lstStyle/>
        <a:p>
          <a:endParaRPr lang="en-US"/>
        </a:p>
      </dgm:t>
    </dgm:pt>
    <dgm:pt modelId="{2B7F6541-4645-4E6D-8C27-56F401515D49}" type="pres">
      <dgm:prSet presAssocID="{475A075B-E77F-4FCC-B6BA-24A3B8F5DEB0}" presName="root" presStyleCnt="0">
        <dgm:presLayoutVars>
          <dgm:dir/>
          <dgm:resizeHandles val="exact"/>
        </dgm:presLayoutVars>
      </dgm:prSet>
      <dgm:spPr/>
    </dgm:pt>
    <dgm:pt modelId="{7CF70975-BA9A-4678-A60E-AB07BB780B6A}" type="pres">
      <dgm:prSet presAssocID="{37E88BEC-CCD3-41A5-B0DE-5384DD817A09}" presName="compNode" presStyleCnt="0"/>
      <dgm:spPr/>
    </dgm:pt>
    <dgm:pt modelId="{5782FF65-6036-45A3-9E60-D1E895526BAB}" type="pres">
      <dgm:prSet presAssocID="{37E88BEC-CCD3-41A5-B0DE-5384DD817A09}" presName="bgRect" presStyleLbl="bgShp" presStyleIdx="0" presStyleCnt="6"/>
      <dgm:spPr/>
    </dgm:pt>
    <dgm:pt modelId="{00C4C943-4481-4645-9D48-B201749A458F}" type="pres">
      <dgm:prSet presAssocID="{37E88BEC-CCD3-41A5-B0DE-5384DD817A0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3D66A97-533D-42AE-9C84-DE2AAC9A1A3A}" type="pres">
      <dgm:prSet presAssocID="{37E88BEC-CCD3-41A5-B0DE-5384DD817A09}" presName="spaceRect" presStyleCnt="0"/>
      <dgm:spPr/>
    </dgm:pt>
    <dgm:pt modelId="{491C18CD-0CA7-47E3-98BD-CE0EA251C192}" type="pres">
      <dgm:prSet presAssocID="{37E88BEC-CCD3-41A5-B0DE-5384DD817A09}" presName="parTx" presStyleLbl="revTx" presStyleIdx="0" presStyleCnt="6">
        <dgm:presLayoutVars>
          <dgm:chMax val="0"/>
          <dgm:chPref val="0"/>
        </dgm:presLayoutVars>
      </dgm:prSet>
      <dgm:spPr/>
    </dgm:pt>
    <dgm:pt modelId="{0AE13EC7-1A3A-419C-99FD-3EA65F98CBDB}" type="pres">
      <dgm:prSet presAssocID="{2FA558B3-3AD1-4E48-8BCE-0D891306BB68}" presName="sibTrans" presStyleCnt="0"/>
      <dgm:spPr/>
    </dgm:pt>
    <dgm:pt modelId="{B9401706-6B54-4948-85FD-8CC2F4781482}" type="pres">
      <dgm:prSet presAssocID="{FB7E62E1-257C-44A2-847B-73C047777509}" presName="compNode" presStyleCnt="0"/>
      <dgm:spPr/>
    </dgm:pt>
    <dgm:pt modelId="{ADEDA22D-5C44-4E1C-A29B-C320159BB14E}" type="pres">
      <dgm:prSet presAssocID="{FB7E62E1-257C-44A2-847B-73C047777509}" presName="bgRect" presStyleLbl="bgShp" presStyleIdx="1" presStyleCnt="6"/>
      <dgm:spPr/>
    </dgm:pt>
    <dgm:pt modelId="{60AB5EF7-9525-4867-A1FE-D7B70DA3F9AB}" type="pres">
      <dgm:prSet presAssocID="{FB7E62E1-257C-44A2-847B-73C04777750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D27DAA4-3101-465A-9BCB-F3664D12BDA7}" type="pres">
      <dgm:prSet presAssocID="{FB7E62E1-257C-44A2-847B-73C047777509}" presName="spaceRect" presStyleCnt="0"/>
      <dgm:spPr/>
    </dgm:pt>
    <dgm:pt modelId="{9A7A4CE7-B9EE-4533-892A-4F4048CC4408}" type="pres">
      <dgm:prSet presAssocID="{FB7E62E1-257C-44A2-847B-73C047777509}" presName="parTx" presStyleLbl="revTx" presStyleIdx="1" presStyleCnt="6">
        <dgm:presLayoutVars>
          <dgm:chMax val="0"/>
          <dgm:chPref val="0"/>
        </dgm:presLayoutVars>
      </dgm:prSet>
      <dgm:spPr/>
    </dgm:pt>
    <dgm:pt modelId="{52A8CEB0-C312-47F0-ADA8-0964B223294F}" type="pres">
      <dgm:prSet presAssocID="{0DFB98C7-DBD7-427B-9E2D-CCFB0D9B8C54}" presName="sibTrans" presStyleCnt="0"/>
      <dgm:spPr/>
    </dgm:pt>
    <dgm:pt modelId="{950F3B86-6AD6-48F0-A0FE-D901F549B250}" type="pres">
      <dgm:prSet presAssocID="{2707E250-AFEF-459D-893C-E1194B4A00DA}" presName="compNode" presStyleCnt="0"/>
      <dgm:spPr/>
    </dgm:pt>
    <dgm:pt modelId="{3703F5D7-8639-4593-BDA5-8680DFC28E82}" type="pres">
      <dgm:prSet presAssocID="{2707E250-AFEF-459D-893C-E1194B4A00DA}" presName="bgRect" presStyleLbl="bgShp" presStyleIdx="2" presStyleCnt="6"/>
      <dgm:spPr/>
    </dgm:pt>
    <dgm:pt modelId="{9760E50D-46F7-45DB-B68C-A40F6EBA368A}" type="pres">
      <dgm:prSet presAssocID="{2707E250-AFEF-459D-893C-E1194B4A00D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B77E78F-84F8-4ECF-9499-60036B2290D1}" type="pres">
      <dgm:prSet presAssocID="{2707E250-AFEF-459D-893C-E1194B4A00DA}" presName="spaceRect" presStyleCnt="0"/>
      <dgm:spPr/>
    </dgm:pt>
    <dgm:pt modelId="{4BE65C96-04E5-4FA7-9CA6-1AEF1A8217BD}" type="pres">
      <dgm:prSet presAssocID="{2707E250-AFEF-459D-893C-E1194B4A00DA}" presName="parTx" presStyleLbl="revTx" presStyleIdx="2" presStyleCnt="6">
        <dgm:presLayoutVars>
          <dgm:chMax val="0"/>
          <dgm:chPref val="0"/>
        </dgm:presLayoutVars>
      </dgm:prSet>
      <dgm:spPr/>
    </dgm:pt>
    <dgm:pt modelId="{77F0EBAF-D3A4-4932-BF64-E39632BE0F43}" type="pres">
      <dgm:prSet presAssocID="{D0B61B7B-6556-490C-9A52-447604D56BC3}" presName="sibTrans" presStyleCnt="0"/>
      <dgm:spPr/>
    </dgm:pt>
    <dgm:pt modelId="{81DE7829-BF65-4DDB-A956-C147E413490B}" type="pres">
      <dgm:prSet presAssocID="{F4752A74-8FFD-4BFC-BB41-F5CE2CE2F210}" presName="compNode" presStyleCnt="0"/>
      <dgm:spPr/>
    </dgm:pt>
    <dgm:pt modelId="{F277B60C-D6BC-4CFB-9054-88834073FCB7}" type="pres">
      <dgm:prSet presAssocID="{F4752A74-8FFD-4BFC-BB41-F5CE2CE2F210}" presName="bgRect" presStyleLbl="bgShp" presStyleIdx="3" presStyleCnt="6"/>
      <dgm:spPr/>
    </dgm:pt>
    <dgm:pt modelId="{8B35E539-A335-4C82-B07A-80C784EA61B4}" type="pres">
      <dgm:prSet presAssocID="{F4752A74-8FFD-4BFC-BB41-F5CE2CE2F21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B75CBF26-97D3-4603-9F92-C18EC92F73C3}" type="pres">
      <dgm:prSet presAssocID="{F4752A74-8FFD-4BFC-BB41-F5CE2CE2F210}" presName="spaceRect" presStyleCnt="0"/>
      <dgm:spPr/>
    </dgm:pt>
    <dgm:pt modelId="{5552854C-DD9E-42BF-A579-51F3F58E516D}" type="pres">
      <dgm:prSet presAssocID="{F4752A74-8FFD-4BFC-BB41-F5CE2CE2F210}" presName="parTx" presStyleLbl="revTx" presStyleIdx="3" presStyleCnt="6">
        <dgm:presLayoutVars>
          <dgm:chMax val="0"/>
          <dgm:chPref val="0"/>
        </dgm:presLayoutVars>
      </dgm:prSet>
      <dgm:spPr/>
    </dgm:pt>
    <dgm:pt modelId="{E2B9EA4F-600D-4656-A8DF-2B99FDF06FFC}" type="pres">
      <dgm:prSet presAssocID="{45B34490-DDCA-4470-8C40-9787D605D3F1}" presName="sibTrans" presStyleCnt="0"/>
      <dgm:spPr/>
    </dgm:pt>
    <dgm:pt modelId="{C53AB913-58DB-425A-9485-49B41D61AEE3}" type="pres">
      <dgm:prSet presAssocID="{B9CB8286-93B1-4C4B-B6C8-657672E6CA2E}" presName="compNode" presStyleCnt="0"/>
      <dgm:spPr/>
    </dgm:pt>
    <dgm:pt modelId="{A4AE8C76-9A45-4430-BCD3-CAB784B29062}" type="pres">
      <dgm:prSet presAssocID="{B9CB8286-93B1-4C4B-B6C8-657672E6CA2E}" presName="bgRect" presStyleLbl="bgShp" presStyleIdx="4" presStyleCnt="6"/>
      <dgm:spPr/>
    </dgm:pt>
    <dgm:pt modelId="{A54C2DCF-3B56-4735-936B-2B06D9A81A96}" type="pres">
      <dgm:prSet presAssocID="{B9CB8286-93B1-4C4B-B6C8-657672E6CA2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4603BEB-4E13-4790-B941-20DC15C03967}" type="pres">
      <dgm:prSet presAssocID="{B9CB8286-93B1-4C4B-B6C8-657672E6CA2E}" presName="spaceRect" presStyleCnt="0"/>
      <dgm:spPr/>
    </dgm:pt>
    <dgm:pt modelId="{08D4A823-9863-40F0-A43C-2FFE43DA1642}" type="pres">
      <dgm:prSet presAssocID="{B9CB8286-93B1-4C4B-B6C8-657672E6CA2E}" presName="parTx" presStyleLbl="revTx" presStyleIdx="4" presStyleCnt="6">
        <dgm:presLayoutVars>
          <dgm:chMax val="0"/>
          <dgm:chPref val="0"/>
        </dgm:presLayoutVars>
      </dgm:prSet>
      <dgm:spPr/>
    </dgm:pt>
    <dgm:pt modelId="{2AF3EC25-60C5-4111-92C6-DC7BD2D8CCA4}" type="pres">
      <dgm:prSet presAssocID="{1A527196-F6FD-4712-99C9-9848A2296F23}" presName="sibTrans" presStyleCnt="0"/>
      <dgm:spPr/>
    </dgm:pt>
    <dgm:pt modelId="{1C7035C0-1C1F-46E8-97B7-A25AD9AAB318}" type="pres">
      <dgm:prSet presAssocID="{4A92339C-7FD7-46F9-BE5C-B7E1C3DF1B7A}" presName="compNode" presStyleCnt="0"/>
      <dgm:spPr/>
    </dgm:pt>
    <dgm:pt modelId="{F12C1A77-EEBF-4BEF-9464-B2D895579992}" type="pres">
      <dgm:prSet presAssocID="{4A92339C-7FD7-46F9-BE5C-B7E1C3DF1B7A}" presName="bgRect" presStyleLbl="bgShp" presStyleIdx="5" presStyleCnt="6"/>
      <dgm:spPr/>
    </dgm:pt>
    <dgm:pt modelId="{684696AC-505D-4B94-B248-CAE911E5DCF3}" type="pres">
      <dgm:prSet presAssocID="{4A92339C-7FD7-46F9-BE5C-B7E1C3DF1B7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CF70C74-30D3-4EE0-B518-BC5D29C71F8E}" type="pres">
      <dgm:prSet presAssocID="{4A92339C-7FD7-46F9-BE5C-B7E1C3DF1B7A}" presName="spaceRect" presStyleCnt="0"/>
      <dgm:spPr/>
    </dgm:pt>
    <dgm:pt modelId="{DCED7362-086A-4FEB-B055-FF2F25E8C176}" type="pres">
      <dgm:prSet presAssocID="{4A92339C-7FD7-46F9-BE5C-B7E1C3DF1B7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AEAF606-6CA8-4E7F-85B5-94435BE7597B}" type="presOf" srcId="{475A075B-E77F-4FCC-B6BA-24A3B8F5DEB0}" destId="{2B7F6541-4645-4E6D-8C27-56F401515D49}" srcOrd="0" destOrd="0" presId="urn:microsoft.com/office/officeart/2018/2/layout/IconVerticalSolidList"/>
    <dgm:cxn modelId="{4C3BC31B-1764-49E0-8D11-7CB1696605FD}" type="presOf" srcId="{F4752A74-8FFD-4BFC-BB41-F5CE2CE2F210}" destId="{5552854C-DD9E-42BF-A579-51F3F58E516D}" srcOrd="0" destOrd="0" presId="urn:microsoft.com/office/officeart/2018/2/layout/IconVerticalSolidList"/>
    <dgm:cxn modelId="{FEAA6A20-6CEE-4AF7-B625-FCE81042968F}" srcId="{475A075B-E77F-4FCC-B6BA-24A3B8F5DEB0}" destId="{2707E250-AFEF-459D-893C-E1194B4A00DA}" srcOrd="2" destOrd="0" parTransId="{C75C16A8-B5D6-4702-A526-377C21309A18}" sibTransId="{D0B61B7B-6556-490C-9A52-447604D56BC3}"/>
    <dgm:cxn modelId="{9612B33B-745E-4AB8-B2EF-DCE6245ED37F}" srcId="{475A075B-E77F-4FCC-B6BA-24A3B8F5DEB0}" destId="{F4752A74-8FFD-4BFC-BB41-F5CE2CE2F210}" srcOrd="3" destOrd="0" parTransId="{634E8B94-8FA1-4367-9C80-3EA3A4CDB103}" sibTransId="{45B34490-DDCA-4470-8C40-9787D605D3F1}"/>
    <dgm:cxn modelId="{832C7562-D4E9-4091-B2F8-7DDAFA78DAA7}" srcId="{475A075B-E77F-4FCC-B6BA-24A3B8F5DEB0}" destId="{4A92339C-7FD7-46F9-BE5C-B7E1C3DF1B7A}" srcOrd="5" destOrd="0" parTransId="{99EBF564-0816-4F4C-B89D-1801D0B625AB}" sibTransId="{CF0B26C2-A8CF-485A-B9A2-CD185F695725}"/>
    <dgm:cxn modelId="{7539F442-971F-412E-B966-70151D24666C}" srcId="{475A075B-E77F-4FCC-B6BA-24A3B8F5DEB0}" destId="{B9CB8286-93B1-4C4B-B6C8-657672E6CA2E}" srcOrd="4" destOrd="0" parTransId="{2C9EA982-E472-4318-9663-C558704DFC3A}" sibTransId="{1A527196-F6FD-4712-99C9-9848A2296F23}"/>
    <dgm:cxn modelId="{0D8D5149-25B8-4AF3-AC49-A343F36F8CAA}" type="presOf" srcId="{FB7E62E1-257C-44A2-847B-73C047777509}" destId="{9A7A4CE7-B9EE-4533-892A-4F4048CC4408}" srcOrd="0" destOrd="0" presId="urn:microsoft.com/office/officeart/2018/2/layout/IconVerticalSolidList"/>
    <dgm:cxn modelId="{54FC5952-A5F7-4278-9CF4-F90D6542C9E9}" srcId="{475A075B-E77F-4FCC-B6BA-24A3B8F5DEB0}" destId="{37E88BEC-CCD3-41A5-B0DE-5384DD817A09}" srcOrd="0" destOrd="0" parTransId="{3E8673A7-4D20-40D6-929C-3BC06A9BF325}" sibTransId="{2FA558B3-3AD1-4E48-8BCE-0D891306BB68}"/>
    <dgm:cxn modelId="{D0802D90-165B-4CFE-9739-4C061869205E}" type="presOf" srcId="{2707E250-AFEF-459D-893C-E1194B4A00DA}" destId="{4BE65C96-04E5-4FA7-9CA6-1AEF1A8217BD}" srcOrd="0" destOrd="0" presId="urn:microsoft.com/office/officeart/2018/2/layout/IconVerticalSolidList"/>
    <dgm:cxn modelId="{EE3FD3A3-3D1C-46F2-9A1F-7DF3E66D78BC}" srcId="{475A075B-E77F-4FCC-B6BA-24A3B8F5DEB0}" destId="{FB7E62E1-257C-44A2-847B-73C047777509}" srcOrd="1" destOrd="0" parTransId="{FD16C435-1C75-46A5-A5AA-D3A797A6C28B}" sibTransId="{0DFB98C7-DBD7-427B-9E2D-CCFB0D9B8C54}"/>
    <dgm:cxn modelId="{0D9196B2-5D25-46B2-B796-EF9FDFEF0F5F}" type="presOf" srcId="{37E88BEC-CCD3-41A5-B0DE-5384DD817A09}" destId="{491C18CD-0CA7-47E3-98BD-CE0EA251C192}" srcOrd="0" destOrd="0" presId="urn:microsoft.com/office/officeart/2018/2/layout/IconVerticalSolidList"/>
    <dgm:cxn modelId="{2CDE56E7-89D6-4769-946C-A3841177D0D9}" type="presOf" srcId="{4A92339C-7FD7-46F9-BE5C-B7E1C3DF1B7A}" destId="{DCED7362-086A-4FEB-B055-FF2F25E8C176}" srcOrd="0" destOrd="0" presId="urn:microsoft.com/office/officeart/2018/2/layout/IconVerticalSolidList"/>
    <dgm:cxn modelId="{AAE0CAF0-06DC-49C1-A979-DBECD7AA5CE2}" type="presOf" srcId="{B9CB8286-93B1-4C4B-B6C8-657672E6CA2E}" destId="{08D4A823-9863-40F0-A43C-2FFE43DA1642}" srcOrd="0" destOrd="0" presId="urn:microsoft.com/office/officeart/2018/2/layout/IconVerticalSolidList"/>
    <dgm:cxn modelId="{0A83AF64-19B0-4083-B776-81C51AE57FF3}" type="presParOf" srcId="{2B7F6541-4645-4E6D-8C27-56F401515D49}" destId="{7CF70975-BA9A-4678-A60E-AB07BB780B6A}" srcOrd="0" destOrd="0" presId="urn:microsoft.com/office/officeart/2018/2/layout/IconVerticalSolidList"/>
    <dgm:cxn modelId="{538CCE37-3DF6-4BAC-B3DE-88723AA38720}" type="presParOf" srcId="{7CF70975-BA9A-4678-A60E-AB07BB780B6A}" destId="{5782FF65-6036-45A3-9E60-D1E895526BAB}" srcOrd="0" destOrd="0" presId="urn:microsoft.com/office/officeart/2018/2/layout/IconVerticalSolidList"/>
    <dgm:cxn modelId="{AFC076DB-0C97-4FC6-97B8-FC2FF1DBA948}" type="presParOf" srcId="{7CF70975-BA9A-4678-A60E-AB07BB780B6A}" destId="{00C4C943-4481-4645-9D48-B201749A458F}" srcOrd="1" destOrd="0" presId="urn:microsoft.com/office/officeart/2018/2/layout/IconVerticalSolidList"/>
    <dgm:cxn modelId="{02AB6843-7B77-40F9-8155-54654BDF673C}" type="presParOf" srcId="{7CF70975-BA9A-4678-A60E-AB07BB780B6A}" destId="{D3D66A97-533D-42AE-9C84-DE2AAC9A1A3A}" srcOrd="2" destOrd="0" presId="urn:microsoft.com/office/officeart/2018/2/layout/IconVerticalSolidList"/>
    <dgm:cxn modelId="{129CE6F5-D196-4CE7-9C79-8403A3048FB4}" type="presParOf" srcId="{7CF70975-BA9A-4678-A60E-AB07BB780B6A}" destId="{491C18CD-0CA7-47E3-98BD-CE0EA251C192}" srcOrd="3" destOrd="0" presId="urn:microsoft.com/office/officeart/2018/2/layout/IconVerticalSolidList"/>
    <dgm:cxn modelId="{0C2885B7-1578-414C-A9F5-8D0D57A95601}" type="presParOf" srcId="{2B7F6541-4645-4E6D-8C27-56F401515D49}" destId="{0AE13EC7-1A3A-419C-99FD-3EA65F98CBDB}" srcOrd="1" destOrd="0" presId="urn:microsoft.com/office/officeart/2018/2/layout/IconVerticalSolidList"/>
    <dgm:cxn modelId="{2135A6AB-DA02-4EAB-8FAC-0E8EF310D88B}" type="presParOf" srcId="{2B7F6541-4645-4E6D-8C27-56F401515D49}" destId="{B9401706-6B54-4948-85FD-8CC2F4781482}" srcOrd="2" destOrd="0" presId="urn:microsoft.com/office/officeart/2018/2/layout/IconVerticalSolidList"/>
    <dgm:cxn modelId="{8489A86E-00C3-44BA-BA16-E4D7C06ED94A}" type="presParOf" srcId="{B9401706-6B54-4948-85FD-8CC2F4781482}" destId="{ADEDA22D-5C44-4E1C-A29B-C320159BB14E}" srcOrd="0" destOrd="0" presId="urn:microsoft.com/office/officeart/2018/2/layout/IconVerticalSolidList"/>
    <dgm:cxn modelId="{20E8F76E-DDC6-418E-B543-DC95204BBA21}" type="presParOf" srcId="{B9401706-6B54-4948-85FD-8CC2F4781482}" destId="{60AB5EF7-9525-4867-A1FE-D7B70DA3F9AB}" srcOrd="1" destOrd="0" presId="urn:microsoft.com/office/officeart/2018/2/layout/IconVerticalSolidList"/>
    <dgm:cxn modelId="{43F67525-BECE-4B53-A751-AD5DE5A237EC}" type="presParOf" srcId="{B9401706-6B54-4948-85FD-8CC2F4781482}" destId="{DD27DAA4-3101-465A-9BCB-F3664D12BDA7}" srcOrd="2" destOrd="0" presId="urn:microsoft.com/office/officeart/2018/2/layout/IconVerticalSolidList"/>
    <dgm:cxn modelId="{064879CC-A71D-4D0E-8451-AE24E0C0350B}" type="presParOf" srcId="{B9401706-6B54-4948-85FD-8CC2F4781482}" destId="{9A7A4CE7-B9EE-4533-892A-4F4048CC4408}" srcOrd="3" destOrd="0" presId="urn:microsoft.com/office/officeart/2018/2/layout/IconVerticalSolidList"/>
    <dgm:cxn modelId="{7C06158A-DB5D-4F54-9D34-5976671D2B40}" type="presParOf" srcId="{2B7F6541-4645-4E6D-8C27-56F401515D49}" destId="{52A8CEB0-C312-47F0-ADA8-0964B223294F}" srcOrd="3" destOrd="0" presId="urn:microsoft.com/office/officeart/2018/2/layout/IconVerticalSolidList"/>
    <dgm:cxn modelId="{62CC8EFF-86A7-4003-BD80-30956205754F}" type="presParOf" srcId="{2B7F6541-4645-4E6D-8C27-56F401515D49}" destId="{950F3B86-6AD6-48F0-A0FE-D901F549B250}" srcOrd="4" destOrd="0" presId="urn:microsoft.com/office/officeart/2018/2/layout/IconVerticalSolidList"/>
    <dgm:cxn modelId="{2D550D99-B90B-4DE2-9DCB-FD223B3A4BA3}" type="presParOf" srcId="{950F3B86-6AD6-48F0-A0FE-D901F549B250}" destId="{3703F5D7-8639-4593-BDA5-8680DFC28E82}" srcOrd="0" destOrd="0" presId="urn:microsoft.com/office/officeart/2018/2/layout/IconVerticalSolidList"/>
    <dgm:cxn modelId="{69CE50AB-8222-4464-A0C3-6FF7B0F4CB07}" type="presParOf" srcId="{950F3B86-6AD6-48F0-A0FE-D901F549B250}" destId="{9760E50D-46F7-45DB-B68C-A40F6EBA368A}" srcOrd="1" destOrd="0" presId="urn:microsoft.com/office/officeart/2018/2/layout/IconVerticalSolidList"/>
    <dgm:cxn modelId="{E888C3DC-3EF0-437B-8CA0-72B9124D67F5}" type="presParOf" srcId="{950F3B86-6AD6-48F0-A0FE-D901F549B250}" destId="{5B77E78F-84F8-4ECF-9499-60036B2290D1}" srcOrd="2" destOrd="0" presId="urn:microsoft.com/office/officeart/2018/2/layout/IconVerticalSolidList"/>
    <dgm:cxn modelId="{F2FDD968-E087-44BA-BEFA-E5C8ED4EC3DF}" type="presParOf" srcId="{950F3B86-6AD6-48F0-A0FE-D901F549B250}" destId="{4BE65C96-04E5-4FA7-9CA6-1AEF1A8217BD}" srcOrd="3" destOrd="0" presId="urn:microsoft.com/office/officeart/2018/2/layout/IconVerticalSolidList"/>
    <dgm:cxn modelId="{DF9F867E-C3C3-4F11-92D7-C234AAB4E593}" type="presParOf" srcId="{2B7F6541-4645-4E6D-8C27-56F401515D49}" destId="{77F0EBAF-D3A4-4932-BF64-E39632BE0F43}" srcOrd="5" destOrd="0" presId="urn:microsoft.com/office/officeart/2018/2/layout/IconVerticalSolidList"/>
    <dgm:cxn modelId="{CD5A992F-F806-4DC1-94C5-7160C9F7646B}" type="presParOf" srcId="{2B7F6541-4645-4E6D-8C27-56F401515D49}" destId="{81DE7829-BF65-4DDB-A956-C147E413490B}" srcOrd="6" destOrd="0" presId="urn:microsoft.com/office/officeart/2018/2/layout/IconVerticalSolidList"/>
    <dgm:cxn modelId="{191E7D1E-9653-448E-AAD6-CF8647F80C7D}" type="presParOf" srcId="{81DE7829-BF65-4DDB-A956-C147E413490B}" destId="{F277B60C-D6BC-4CFB-9054-88834073FCB7}" srcOrd="0" destOrd="0" presId="urn:microsoft.com/office/officeart/2018/2/layout/IconVerticalSolidList"/>
    <dgm:cxn modelId="{0EA68E2B-A815-46EB-AF42-7D29B610BF73}" type="presParOf" srcId="{81DE7829-BF65-4DDB-A956-C147E413490B}" destId="{8B35E539-A335-4C82-B07A-80C784EA61B4}" srcOrd="1" destOrd="0" presId="urn:microsoft.com/office/officeart/2018/2/layout/IconVerticalSolidList"/>
    <dgm:cxn modelId="{DFE3AB74-E37A-4C9D-9F48-4B174303468D}" type="presParOf" srcId="{81DE7829-BF65-4DDB-A956-C147E413490B}" destId="{B75CBF26-97D3-4603-9F92-C18EC92F73C3}" srcOrd="2" destOrd="0" presId="urn:microsoft.com/office/officeart/2018/2/layout/IconVerticalSolidList"/>
    <dgm:cxn modelId="{84722F0C-CAD7-418D-9488-2FE87C0335EF}" type="presParOf" srcId="{81DE7829-BF65-4DDB-A956-C147E413490B}" destId="{5552854C-DD9E-42BF-A579-51F3F58E516D}" srcOrd="3" destOrd="0" presId="urn:microsoft.com/office/officeart/2018/2/layout/IconVerticalSolidList"/>
    <dgm:cxn modelId="{77EB29FC-4319-4CA4-B4C8-DFBDC92AD234}" type="presParOf" srcId="{2B7F6541-4645-4E6D-8C27-56F401515D49}" destId="{E2B9EA4F-600D-4656-A8DF-2B99FDF06FFC}" srcOrd="7" destOrd="0" presId="urn:microsoft.com/office/officeart/2018/2/layout/IconVerticalSolidList"/>
    <dgm:cxn modelId="{69B098A5-E60A-4EDA-AB69-B347D7EB93E3}" type="presParOf" srcId="{2B7F6541-4645-4E6D-8C27-56F401515D49}" destId="{C53AB913-58DB-425A-9485-49B41D61AEE3}" srcOrd="8" destOrd="0" presId="urn:microsoft.com/office/officeart/2018/2/layout/IconVerticalSolidList"/>
    <dgm:cxn modelId="{FAD6D18B-459D-4191-B4BE-CC5EFBF52922}" type="presParOf" srcId="{C53AB913-58DB-425A-9485-49B41D61AEE3}" destId="{A4AE8C76-9A45-4430-BCD3-CAB784B29062}" srcOrd="0" destOrd="0" presId="urn:microsoft.com/office/officeart/2018/2/layout/IconVerticalSolidList"/>
    <dgm:cxn modelId="{21ED51F0-8643-451B-A2BE-C87ED2650F5A}" type="presParOf" srcId="{C53AB913-58DB-425A-9485-49B41D61AEE3}" destId="{A54C2DCF-3B56-4735-936B-2B06D9A81A96}" srcOrd="1" destOrd="0" presId="urn:microsoft.com/office/officeart/2018/2/layout/IconVerticalSolidList"/>
    <dgm:cxn modelId="{238A6660-154C-4214-9CF4-28F13EBC403B}" type="presParOf" srcId="{C53AB913-58DB-425A-9485-49B41D61AEE3}" destId="{A4603BEB-4E13-4790-B941-20DC15C03967}" srcOrd="2" destOrd="0" presId="urn:microsoft.com/office/officeart/2018/2/layout/IconVerticalSolidList"/>
    <dgm:cxn modelId="{A92BB893-92BE-4F77-88D9-E5B15559DB32}" type="presParOf" srcId="{C53AB913-58DB-425A-9485-49B41D61AEE3}" destId="{08D4A823-9863-40F0-A43C-2FFE43DA1642}" srcOrd="3" destOrd="0" presId="urn:microsoft.com/office/officeart/2018/2/layout/IconVerticalSolidList"/>
    <dgm:cxn modelId="{43F373BB-9B3C-42B0-99C3-3ED6618AA9A1}" type="presParOf" srcId="{2B7F6541-4645-4E6D-8C27-56F401515D49}" destId="{2AF3EC25-60C5-4111-92C6-DC7BD2D8CCA4}" srcOrd="9" destOrd="0" presId="urn:microsoft.com/office/officeart/2018/2/layout/IconVerticalSolidList"/>
    <dgm:cxn modelId="{70A13B0B-BE0B-4B7D-8AC6-F77F70696A2B}" type="presParOf" srcId="{2B7F6541-4645-4E6D-8C27-56F401515D49}" destId="{1C7035C0-1C1F-46E8-97B7-A25AD9AAB318}" srcOrd="10" destOrd="0" presId="urn:microsoft.com/office/officeart/2018/2/layout/IconVerticalSolidList"/>
    <dgm:cxn modelId="{32B3AEC6-F58B-421D-8445-5A4721B3AD6A}" type="presParOf" srcId="{1C7035C0-1C1F-46E8-97B7-A25AD9AAB318}" destId="{F12C1A77-EEBF-4BEF-9464-B2D895579992}" srcOrd="0" destOrd="0" presId="urn:microsoft.com/office/officeart/2018/2/layout/IconVerticalSolidList"/>
    <dgm:cxn modelId="{A3690D55-3181-4811-95CC-23B16428BB00}" type="presParOf" srcId="{1C7035C0-1C1F-46E8-97B7-A25AD9AAB318}" destId="{684696AC-505D-4B94-B248-CAE911E5DCF3}" srcOrd="1" destOrd="0" presId="urn:microsoft.com/office/officeart/2018/2/layout/IconVerticalSolidList"/>
    <dgm:cxn modelId="{184B55FC-FD51-4084-9496-ACAE769C8748}" type="presParOf" srcId="{1C7035C0-1C1F-46E8-97B7-A25AD9AAB318}" destId="{5CF70C74-30D3-4EE0-B518-BC5D29C71F8E}" srcOrd="2" destOrd="0" presId="urn:microsoft.com/office/officeart/2018/2/layout/IconVerticalSolidList"/>
    <dgm:cxn modelId="{63AD5147-F277-4B93-A752-5CD4899C0E5C}" type="presParOf" srcId="{1C7035C0-1C1F-46E8-97B7-A25AD9AAB318}" destId="{DCED7362-086A-4FEB-B055-FF2F25E8C17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BC65F-7064-40EC-8855-FE626C1C5213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CB6A1-DEED-4FB1-8CE6-7D7FA8D6962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0482E-6338-4234-BCE1-1A37D1FE08C7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Active Directory is important because it stores information about objects (computers, users, and printers/scanners) in a network.</a:t>
          </a:r>
        </a:p>
      </dsp:txBody>
      <dsp:txXfrm>
        <a:off x="1057183" y="1805"/>
        <a:ext cx="9458416" cy="915310"/>
      </dsp:txXfrm>
    </dsp:sp>
    <dsp:sp modelId="{547A1E97-29B1-4647-B388-6DE7E3A05E58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A93F05-53F2-4ACA-95EA-C49743A536C9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7A879-0583-4348-9BFA-C6C328A5A95D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Contains information like display name, telephone number, address details, manager details, and in which department the user is working.</a:t>
          </a:r>
        </a:p>
      </dsp:txBody>
      <dsp:txXfrm>
        <a:off x="1057183" y="1145944"/>
        <a:ext cx="9458416" cy="915310"/>
      </dsp:txXfrm>
    </dsp:sp>
    <dsp:sp modelId="{932865F7-A9F0-4F59-B5F0-B112F3237F8D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C92F49-2C00-4863-842B-60E1EA0EF6C7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5F675-EBF5-42E9-B31A-8C1B9B309876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 authenticates and authorizes users and computers in a network</a:t>
          </a:r>
          <a:r>
            <a:rPr lang="en-US" sz="2200" kern="1200" dirty="0"/>
            <a:t>.</a:t>
          </a:r>
        </a:p>
      </dsp:txBody>
      <dsp:txXfrm>
        <a:off x="1057183" y="2290082"/>
        <a:ext cx="9458416" cy="915310"/>
      </dsp:txXfrm>
    </dsp:sp>
    <dsp:sp modelId="{B5ACCCB2-7A53-4969-A4A4-9B12DD562F6B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825D1-5010-4CAF-A4F5-75AF5DE6C9FB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CB530-E818-4B20-9F98-8A8F8AABAAB4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server who controls the AD is called Domain Controllers or DC</a:t>
          </a:r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DF1D4C-005D-4C16-BC44-A361194175E5}">
      <dsp:nvSpPr>
        <dsp:cNvPr id="0" name=""/>
        <dsp:cNvSpPr/>
      </dsp:nvSpPr>
      <dsp:spPr>
        <a:xfrm>
          <a:off x="0" y="713"/>
          <a:ext cx="6173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0E880-77AD-4697-9C97-DA72944A54F3}">
      <dsp:nvSpPr>
        <dsp:cNvPr id="0" name=""/>
        <dsp:cNvSpPr/>
      </dsp:nvSpPr>
      <dsp:spPr>
        <a:xfrm>
          <a:off x="0" y="713"/>
          <a:ext cx="6173409" cy="116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Roles of FSMO</a:t>
          </a:r>
        </a:p>
      </dsp:txBody>
      <dsp:txXfrm>
        <a:off x="0" y="713"/>
        <a:ext cx="6173409" cy="1168408"/>
      </dsp:txXfrm>
    </dsp:sp>
    <dsp:sp modelId="{90BB6AF9-12DA-4E57-9F8E-4976D17F89BC}">
      <dsp:nvSpPr>
        <dsp:cNvPr id="0" name=""/>
        <dsp:cNvSpPr/>
      </dsp:nvSpPr>
      <dsp:spPr>
        <a:xfrm>
          <a:off x="0" y="1169121"/>
          <a:ext cx="6173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48F169-B35D-48F4-B364-C955CE90260D}">
      <dsp:nvSpPr>
        <dsp:cNvPr id="0" name=""/>
        <dsp:cNvSpPr/>
      </dsp:nvSpPr>
      <dsp:spPr>
        <a:xfrm>
          <a:off x="0" y="1169121"/>
          <a:ext cx="6173409" cy="116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Schema Master</a:t>
          </a:r>
        </a:p>
      </dsp:txBody>
      <dsp:txXfrm>
        <a:off x="0" y="1169121"/>
        <a:ext cx="6173409" cy="1168408"/>
      </dsp:txXfrm>
    </dsp:sp>
    <dsp:sp modelId="{BA307941-5E14-4963-9055-95737E8F2907}">
      <dsp:nvSpPr>
        <dsp:cNvPr id="0" name=""/>
        <dsp:cNvSpPr/>
      </dsp:nvSpPr>
      <dsp:spPr>
        <a:xfrm>
          <a:off x="0" y="2337530"/>
          <a:ext cx="6173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34C9A-C9FE-48DD-B6DA-4641DAAEE5F1}">
      <dsp:nvSpPr>
        <dsp:cNvPr id="0" name=""/>
        <dsp:cNvSpPr/>
      </dsp:nvSpPr>
      <dsp:spPr>
        <a:xfrm>
          <a:off x="0" y="2337530"/>
          <a:ext cx="6173409" cy="116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Domain Naming Master </a:t>
          </a:r>
        </a:p>
      </dsp:txBody>
      <dsp:txXfrm>
        <a:off x="0" y="2337530"/>
        <a:ext cx="6173409" cy="1168408"/>
      </dsp:txXfrm>
    </dsp:sp>
    <dsp:sp modelId="{DA3F37A9-012B-40D8-A0A4-F75A0DB01354}">
      <dsp:nvSpPr>
        <dsp:cNvPr id="0" name=""/>
        <dsp:cNvSpPr/>
      </dsp:nvSpPr>
      <dsp:spPr>
        <a:xfrm>
          <a:off x="0" y="3505938"/>
          <a:ext cx="6173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3EA53-4767-4CD1-B853-C4A6C0526BD0}">
      <dsp:nvSpPr>
        <dsp:cNvPr id="0" name=""/>
        <dsp:cNvSpPr/>
      </dsp:nvSpPr>
      <dsp:spPr>
        <a:xfrm>
          <a:off x="0" y="3505938"/>
          <a:ext cx="6173409" cy="116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RID Master (Relative Identifier Master)</a:t>
          </a:r>
        </a:p>
      </dsp:txBody>
      <dsp:txXfrm>
        <a:off x="0" y="3505938"/>
        <a:ext cx="6173409" cy="1168408"/>
      </dsp:txXfrm>
    </dsp:sp>
    <dsp:sp modelId="{9CCE51AB-E382-468B-AC21-730C51440F92}">
      <dsp:nvSpPr>
        <dsp:cNvPr id="0" name=""/>
        <dsp:cNvSpPr/>
      </dsp:nvSpPr>
      <dsp:spPr>
        <a:xfrm>
          <a:off x="0" y="4674347"/>
          <a:ext cx="617340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F5E7A-DE6D-46CD-85D7-061B271BBC36}">
      <dsp:nvSpPr>
        <dsp:cNvPr id="0" name=""/>
        <dsp:cNvSpPr/>
      </dsp:nvSpPr>
      <dsp:spPr>
        <a:xfrm>
          <a:off x="0" y="4674347"/>
          <a:ext cx="6173409" cy="116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PDC Emulator (Primary Domain Controller Emulator)</a:t>
          </a:r>
        </a:p>
      </dsp:txBody>
      <dsp:txXfrm>
        <a:off x="0" y="4674347"/>
        <a:ext cx="6173409" cy="11684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7CB062-9FE3-4A2A-AD48-BC63E0F4EF6E}">
      <dsp:nvSpPr>
        <dsp:cNvPr id="0" name=""/>
        <dsp:cNvSpPr/>
      </dsp:nvSpPr>
      <dsp:spPr>
        <a:xfrm>
          <a:off x="0" y="69388"/>
          <a:ext cx="6411054" cy="183653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 command is “repadmin/syncall/ADeP”</a:t>
          </a:r>
        </a:p>
      </dsp:txBody>
      <dsp:txXfrm>
        <a:off x="89652" y="159040"/>
        <a:ext cx="6231750" cy="1657234"/>
      </dsp:txXfrm>
    </dsp:sp>
    <dsp:sp modelId="{5B8520E5-5CF4-462D-91FA-9BCE4B3C3139}">
      <dsp:nvSpPr>
        <dsp:cNvPr id="0" name=""/>
        <dsp:cNvSpPr/>
      </dsp:nvSpPr>
      <dsp:spPr>
        <a:xfrm>
          <a:off x="0" y="1983687"/>
          <a:ext cx="6411054" cy="1836538"/>
        </a:xfrm>
        <a:prstGeom prst="roundRect">
          <a:avLst/>
        </a:prstGeom>
        <a:solidFill>
          <a:schemeClr val="accent5">
            <a:hueOff val="-746396"/>
            <a:satOff val="-1019"/>
            <a:lumOff val="-27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This command is utilized if you want to apply force replication on the domain controller</a:t>
          </a:r>
        </a:p>
      </dsp:txBody>
      <dsp:txXfrm>
        <a:off x="89652" y="2073339"/>
        <a:ext cx="6231750" cy="1657234"/>
      </dsp:txXfrm>
    </dsp:sp>
    <dsp:sp modelId="{BBF6BE86-4DF3-4218-BAC2-1311FB25515C}">
      <dsp:nvSpPr>
        <dsp:cNvPr id="0" name=""/>
        <dsp:cNvSpPr/>
      </dsp:nvSpPr>
      <dsp:spPr>
        <a:xfrm>
          <a:off x="0" y="3897986"/>
          <a:ext cx="6411054" cy="1836538"/>
        </a:xfrm>
        <a:prstGeom prst="roundRect">
          <a:avLst/>
        </a:prstGeom>
        <a:solidFill>
          <a:schemeClr val="accent5">
            <a:hueOff val="-1492793"/>
            <a:satOff val="-2039"/>
            <a:lumOff val="-5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If you made a change to anything in a domain controller and you want to copy them onto the whole forest, use the command</a:t>
          </a:r>
        </a:p>
      </dsp:txBody>
      <dsp:txXfrm>
        <a:off x="89652" y="3987638"/>
        <a:ext cx="6231750" cy="16572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2FF65-6036-45A3-9E60-D1E895526BAB}">
      <dsp:nvSpPr>
        <dsp:cNvPr id="0" name=""/>
        <dsp:cNvSpPr/>
      </dsp:nvSpPr>
      <dsp:spPr>
        <a:xfrm>
          <a:off x="0" y="3896"/>
          <a:ext cx="6455205" cy="5877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4C943-4481-4645-9D48-B201749A458F}">
      <dsp:nvSpPr>
        <dsp:cNvPr id="0" name=""/>
        <dsp:cNvSpPr/>
      </dsp:nvSpPr>
      <dsp:spPr>
        <a:xfrm>
          <a:off x="177805" y="136148"/>
          <a:ext cx="323599" cy="3232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C18CD-0CA7-47E3-98BD-CE0EA251C192}">
      <dsp:nvSpPr>
        <dsp:cNvPr id="0" name=""/>
        <dsp:cNvSpPr/>
      </dsp:nvSpPr>
      <dsp:spPr>
        <a:xfrm>
          <a:off x="679210" y="3896"/>
          <a:ext cx="5735197" cy="661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983" tIns="69983" rIns="69983" bIns="6998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 stores the users and computers information </a:t>
          </a:r>
        </a:p>
      </dsp:txBody>
      <dsp:txXfrm>
        <a:off x="679210" y="3896"/>
        <a:ext cx="5735197" cy="661260"/>
      </dsp:txXfrm>
    </dsp:sp>
    <dsp:sp modelId="{ADEDA22D-5C44-4E1C-A29B-C320159BB14E}">
      <dsp:nvSpPr>
        <dsp:cNvPr id="0" name=""/>
        <dsp:cNvSpPr/>
      </dsp:nvSpPr>
      <dsp:spPr>
        <a:xfrm>
          <a:off x="0" y="830472"/>
          <a:ext cx="6455205" cy="5877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AB5EF7-9525-4867-A1FE-D7B70DA3F9AB}">
      <dsp:nvSpPr>
        <dsp:cNvPr id="0" name=""/>
        <dsp:cNvSpPr/>
      </dsp:nvSpPr>
      <dsp:spPr>
        <a:xfrm>
          <a:off x="177805" y="962724"/>
          <a:ext cx="323599" cy="3232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A4CE7-B9EE-4533-892A-4F4048CC4408}">
      <dsp:nvSpPr>
        <dsp:cNvPr id="0" name=""/>
        <dsp:cNvSpPr/>
      </dsp:nvSpPr>
      <dsp:spPr>
        <a:xfrm>
          <a:off x="679210" y="830472"/>
          <a:ext cx="5735197" cy="661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983" tIns="69983" rIns="69983" bIns="6998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Controls who has access to authorized information</a:t>
          </a:r>
        </a:p>
      </dsp:txBody>
      <dsp:txXfrm>
        <a:off x="679210" y="830472"/>
        <a:ext cx="5735197" cy="661260"/>
      </dsp:txXfrm>
    </dsp:sp>
    <dsp:sp modelId="{3703F5D7-8639-4593-BDA5-8680DFC28E82}">
      <dsp:nvSpPr>
        <dsp:cNvPr id="0" name=""/>
        <dsp:cNvSpPr/>
      </dsp:nvSpPr>
      <dsp:spPr>
        <a:xfrm>
          <a:off x="0" y="1657048"/>
          <a:ext cx="6455205" cy="5877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60E50D-46F7-45DB-B68C-A40F6EBA368A}">
      <dsp:nvSpPr>
        <dsp:cNvPr id="0" name=""/>
        <dsp:cNvSpPr/>
      </dsp:nvSpPr>
      <dsp:spPr>
        <a:xfrm>
          <a:off x="177805" y="1789300"/>
          <a:ext cx="323599" cy="3232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65C96-04E5-4FA7-9CA6-1AEF1A8217BD}">
      <dsp:nvSpPr>
        <dsp:cNvPr id="0" name=""/>
        <dsp:cNvSpPr/>
      </dsp:nvSpPr>
      <dsp:spPr>
        <a:xfrm>
          <a:off x="679210" y="1657048"/>
          <a:ext cx="5735197" cy="661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983" tIns="69983" rIns="69983" bIns="6998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Controls what domains are being removed and named properly</a:t>
          </a:r>
        </a:p>
      </dsp:txBody>
      <dsp:txXfrm>
        <a:off x="679210" y="1657048"/>
        <a:ext cx="5735197" cy="661260"/>
      </dsp:txXfrm>
    </dsp:sp>
    <dsp:sp modelId="{F277B60C-D6BC-4CFB-9054-88834073FCB7}">
      <dsp:nvSpPr>
        <dsp:cNvPr id="0" name=""/>
        <dsp:cNvSpPr/>
      </dsp:nvSpPr>
      <dsp:spPr>
        <a:xfrm>
          <a:off x="0" y="2483624"/>
          <a:ext cx="6455205" cy="5877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35E539-A335-4C82-B07A-80C784EA61B4}">
      <dsp:nvSpPr>
        <dsp:cNvPr id="0" name=""/>
        <dsp:cNvSpPr/>
      </dsp:nvSpPr>
      <dsp:spPr>
        <a:xfrm>
          <a:off x="177805" y="2615876"/>
          <a:ext cx="323599" cy="3232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52854C-DD9E-42BF-A579-51F3F58E516D}">
      <dsp:nvSpPr>
        <dsp:cNvPr id="0" name=""/>
        <dsp:cNvSpPr/>
      </dsp:nvSpPr>
      <dsp:spPr>
        <a:xfrm>
          <a:off x="679210" y="2483624"/>
          <a:ext cx="5735197" cy="661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983" tIns="69983" rIns="69983" bIns="6998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Keeping the domains up-to-date </a:t>
          </a:r>
        </a:p>
      </dsp:txBody>
      <dsp:txXfrm>
        <a:off x="679210" y="2483624"/>
        <a:ext cx="5735197" cy="661260"/>
      </dsp:txXfrm>
    </dsp:sp>
    <dsp:sp modelId="{A4AE8C76-9A45-4430-BCD3-CAB784B29062}">
      <dsp:nvSpPr>
        <dsp:cNvPr id="0" name=""/>
        <dsp:cNvSpPr/>
      </dsp:nvSpPr>
      <dsp:spPr>
        <a:xfrm>
          <a:off x="0" y="3310200"/>
          <a:ext cx="6455205" cy="5877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C2DCF-3B56-4735-936B-2B06D9A81A96}">
      <dsp:nvSpPr>
        <dsp:cNvPr id="0" name=""/>
        <dsp:cNvSpPr/>
      </dsp:nvSpPr>
      <dsp:spPr>
        <a:xfrm>
          <a:off x="177805" y="3442452"/>
          <a:ext cx="323599" cy="3232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D4A823-9863-40F0-A43C-2FFE43DA1642}">
      <dsp:nvSpPr>
        <dsp:cNvPr id="0" name=""/>
        <dsp:cNvSpPr/>
      </dsp:nvSpPr>
      <dsp:spPr>
        <a:xfrm>
          <a:off x="679210" y="3310200"/>
          <a:ext cx="5735197" cy="661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983" tIns="69983" rIns="69983" bIns="6998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Time Synchronization </a:t>
          </a:r>
        </a:p>
      </dsp:txBody>
      <dsp:txXfrm>
        <a:off x="679210" y="3310200"/>
        <a:ext cx="5735197" cy="661260"/>
      </dsp:txXfrm>
    </dsp:sp>
    <dsp:sp modelId="{F12C1A77-EEBF-4BEF-9464-B2D895579992}">
      <dsp:nvSpPr>
        <dsp:cNvPr id="0" name=""/>
        <dsp:cNvSpPr/>
      </dsp:nvSpPr>
      <dsp:spPr>
        <a:xfrm>
          <a:off x="0" y="4136776"/>
          <a:ext cx="6455205" cy="5877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4696AC-505D-4B94-B248-CAE911E5DCF3}">
      <dsp:nvSpPr>
        <dsp:cNvPr id="0" name=""/>
        <dsp:cNvSpPr/>
      </dsp:nvSpPr>
      <dsp:spPr>
        <a:xfrm>
          <a:off x="177805" y="4269028"/>
          <a:ext cx="323599" cy="3232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D7362-086A-4FEB-B055-FF2F25E8C176}">
      <dsp:nvSpPr>
        <dsp:cNvPr id="0" name=""/>
        <dsp:cNvSpPr/>
      </dsp:nvSpPr>
      <dsp:spPr>
        <a:xfrm>
          <a:off x="679210" y="4136776"/>
          <a:ext cx="5735197" cy="661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983" tIns="69983" rIns="69983" bIns="6998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Password Changes</a:t>
          </a:r>
        </a:p>
      </dsp:txBody>
      <dsp:txXfrm>
        <a:off x="679210" y="4136776"/>
        <a:ext cx="5735197" cy="661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46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1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58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6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9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74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93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2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2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5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2/18/2024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82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8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43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54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63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72" name="Rectangle 17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FBFC6891-CBA5-427E-98AC-BF56BB033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95C60-24C1-5859-AB95-3B2236A80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4087571"/>
            <a:ext cx="4795282" cy="2031941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l"/>
            <a:r>
              <a:rPr lang="en-US" sz="44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FSMO Roles In Active Directory</a:t>
            </a:r>
          </a:p>
        </p:txBody>
      </p:sp>
      <p:grpSp>
        <p:nvGrpSpPr>
          <p:cNvPr id="176" name="Bottom Right">
            <a:extLst>
              <a:ext uri="{FF2B5EF4-FFF2-40B4-BE49-F238E27FC236}">
                <a16:creationId xmlns:a16="http://schemas.microsoft.com/office/drawing/2014/main" id="{4CD73DBB-9AC8-4BE7-AA43-995A7495D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512DE672-70F7-4637-B2FF-2FA41F0B0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78" name="Graphic 157">
              <a:extLst>
                <a:ext uri="{FF2B5EF4-FFF2-40B4-BE49-F238E27FC236}">
                  <a16:creationId xmlns:a16="http://schemas.microsoft.com/office/drawing/2014/main" id="{DD2F0317-76EA-414D-B393-F8B40F19C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7EDD0BAA-CF8C-4BEE-8C35-300AF20170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935A65F3-B3C8-4CC6-BA1A-035AEA210F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F0B2B25A-CE08-484B-B756-77C69C3BFE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C6F5E584-459A-4F39-9F69-43177D7D66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FA96BF44-ED00-4109-9F2F-65716299DE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98C01C93-49E2-4D91-BD01-E1E20675B7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E961950D-1C40-4BA8-9CCE-D8E2C0AB9E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934D714-BCAF-4495-A9AD-F66AC5794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47" name="Picture 146">
            <a:extLst>
              <a:ext uri="{FF2B5EF4-FFF2-40B4-BE49-F238E27FC236}">
                <a16:creationId xmlns:a16="http://schemas.microsoft.com/office/drawing/2014/main" id="{DC203CEB-151C-F84A-765B-B3AA692F40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014" b="22678"/>
          <a:stretch/>
        </p:blipFill>
        <p:spPr>
          <a:xfrm>
            <a:off x="188468" y="10"/>
            <a:ext cx="11812017" cy="3919684"/>
          </a:xfrm>
          <a:prstGeom prst="rect">
            <a:avLst/>
          </a:prstGeom>
        </p:spPr>
      </p:pic>
      <p:grpSp>
        <p:nvGrpSpPr>
          <p:cNvPr id="188" name="Top Left">
            <a:extLst>
              <a:ext uri="{FF2B5EF4-FFF2-40B4-BE49-F238E27FC236}">
                <a16:creationId xmlns:a16="http://schemas.microsoft.com/office/drawing/2014/main" id="{AAFDD3F2-C28D-4186-A9F0-DA324412D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5302C02-0D50-4BBD-8410-674BE02F9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8C7FBB7-D7DF-46D6-80AF-EA374C31A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806BD1F9-BA15-455A-AC80-3E40C5B6A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5AD4DC37-4D5F-4CFC-B64A-ACA7ED692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82A0B918-ED2A-45A5-9247-67750B3D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3775DAE7-4E0F-4B22-BDD1-4B3F353570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80A3A5C-7609-4229-8E65-17AD785E3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4025FE2-E6BB-5D20-94BD-6CF6F3CB5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5372" y="4088049"/>
            <a:ext cx="4977905" cy="2031475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 algn="l">
              <a:buFont typeface="Avenir Next LT Pro" panose="020B0504020202020204" pitchFamily="34" charset="0"/>
              <a:buChar char="+"/>
            </a:pPr>
            <a:endParaRPr lang="en-US" sz="1800" dirty="0"/>
          </a:p>
          <a:p>
            <a:pPr indent="-228600" algn="l">
              <a:buFont typeface="Avenir Next LT Pro" panose="020B0504020202020204" pitchFamily="34" charset="0"/>
              <a:buChar char="+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Marcus Jackson</a:t>
            </a:r>
          </a:p>
          <a:p>
            <a:pPr indent="-228600" algn="l">
              <a:buFont typeface="Avenir Next LT Pro" panose="020B0504020202020204" pitchFamily="34" charset="0"/>
              <a:buChar char="+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2/18/2024</a:t>
            </a:r>
          </a:p>
          <a:p>
            <a:pPr indent="-228600" algn="l">
              <a:buFont typeface="Avenir Next LT Pro" panose="020B0504020202020204" pitchFamily="34" charset="0"/>
              <a:buChar char="+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CTEC 305</a:t>
            </a:r>
          </a:p>
        </p:txBody>
      </p:sp>
    </p:spTree>
    <p:extLst>
      <p:ext uri="{BB962C8B-B14F-4D97-AF65-F5344CB8AC3E}">
        <p14:creationId xmlns:p14="http://schemas.microsoft.com/office/powerpoint/2010/main" val="112645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7B841-6C30-3F43-2370-BB8D9FB7C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Directory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2D2603-DC57-3F53-87EC-E442D0413A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394125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841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73EC8D8-C118-4A24-B3A2-F22636F20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A839E4-FE02-4C32-B9F7-07884043E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C10340A-FCF2-4B86-A53A-4AC07E6CF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85F37B-D9B1-4701-B54A-A91E836FA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27C5295-7462-4E42-B19A-682465F9F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12C31CF-3625-4E9F-99FC-C7AA5BBA88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6EDCF2F-2C4B-4D4B-964F-F640BCDCE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1B0354D-2FFC-40F9-91E5-A83DDD770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4F4CED2-0CA8-4824-93F0-00BE4C7D1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03BCD4-CF9A-1511-0607-6F0C51B2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0254" cy="557793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FSMO Roles</a:t>
            </a:r>
          </a:p>
        </p:txBody>
      </p:sp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3BA0B410-FA41-4CD6-A923-146E029BB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2448B270-CA89-4A7C-8CFC-8237ED03AE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D2ED6FF-1F6E-4BF0-BFFF-5CB8D36F14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F2CCA35-C35D-416B-A083-A167138A57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0FAEE04-D524-4356-8CFE-091D44ED18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F641E2E-FB37-449C-96DA-945907C759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83CE73A-E65A-44EA-9C23-C6F2137AFB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1745A30-6979-4D1D-A629-E7C0C6A53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70C366B-087F-442D-AC20-1319F97A95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D2F7A6B-9CB6-4AC5-B906-664FC95A1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4EE518-1CA2-AA88-CB9D-A8F2380C11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350525"/>
              </p:ext>
            </p:extLst>
          </p:nvPr>
        </p:nvGraphicFramePr>
        <p:xfrm>
          <a:off x="5408988" y="341165"/>
          <a:ext cx="6173409" cy="5843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9671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F443AD-73C8-DDC1-8D9A-F7E32117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4390807" cy="9658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C0A83-8451-74F0-C04B-5D54EB502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793" y="1781908"/>
            <a:ext cx="5294487" cy="433117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Forest wide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information that can be stored for the users and computers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this information for the users: Username, Email Address, Address Details, Phone Number, and Passwords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this information for the computers: Name of System, Domain Joined, Account Details, and Network Details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Grants access to users by putting them into groups with access and removing them from the group removes the access they were given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n electronic circuit board in blue colour">
            <a:extLst>
              <a:ext uri="{FF2B5EF4-FFF2-40B4-BE49-F238E27FC236}">
                <a16:creationId xmlns:a16="http://schemas.microsoft.com/office/drawing/2014/main" id="{D63960AF-0ABA-8CCF-52F0-755D92E07D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10" r="37789" b="-1"/>
          <a:stretch/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8200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8" name="Top Left">
            <a:extLst>
              <a:ext uri="{FF2B5EF4-FFF2-40B4-BE49-F238E27FC236}">
                <a16:creationId xmlns:a16="http://schemas.microsoft.com/office/drawing/2014/main" id="{9C6A6A21-4C17-4D70-902F-429763934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680322C-01BD-4DDE-8667-A1C82E341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0CD4D67-14DF-4C2D-B42C-0532C55A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A40E032-134E-4905-9B38-5C5D53B86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5DAE0B8-3872-45CE-8EF9-412CDEC3C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FDCF74-E06B-4837-A10F-033EE637D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4BADACF-06C7-4B5D-A714-089786B51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2BFF042-59B9-4F74-8514-96C43FB8B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0FECA2-981E-4045-81E5-F5F6C72D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5EF268-301B-F4D9-D585-8ED029ABE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5605358" cy="82351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Naming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DF7C7-007A-5F00-924D-DFA82546B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113" y="1927897"/>
            <a:ext cx="6277640" cy="458893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Forest wide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sure the user is not naming a domain controller the same name as another domain controller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by renaming the domain or moving a domain within the forest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adding and removing domains from the forest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 descr="Sphere of mesh and nodes">
            <a:extLst>
              <a:ext uri="{FF2B5EF4-FFF2-40B4-BE49-F238E27FC236}">
                <a16:creationId xmlns:a16="http://schemas.microsoft.com/office/drawing/2014/main" id="{DDEAEF25-FCDD-B683-8DC9-09AB909EEB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135" r="7147"/>
          <a:stretch/>
        </p:blipFill>
        <p:spPr>
          <a:xfrm>
            <a:off x="7188594" y="10"/>
            <a:ext cx="5003406" cy="6857990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741948F9-C525-410D-9F0C-63EA1E0F3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59C11362-4204-47B3-85DC-7A22A1E30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FD42FE5-B58A-4613-8A3B-D0120D21B6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A861743-3DF1-47A2-8CFF-99A470A9DC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F3A9B8B-EB41-4F45-8831-A7B5D41E05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659F99D-ACED-471C-8BAC-73C596DDAB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C603F71-A3F3-49F0-A292-573F37EB6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B6F9021-2B6B-4252-AC9D-30C1A2C98D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875012E-B86B-411F-B93B-A69ED6D20B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FB9C5D7-2BF3-4748-9582-FF22361FA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661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9C6A6A21-4C17-4D70-902F-429763934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680322C-01BD-4DDE-8667-A1C82E341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0CD4D67-14DF-4C2D-B42C-0532C55A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A40E032-134E-4905-9B38-5C5D53B86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DAE0B8-3872-45CE-8EF9-412CDEC3C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FDCF74-E06B-4837-A10F-033EE637D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4BADACF-06C7-4B5D-A714-089786B51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2BFF042-59B9-4F74-8514-96C43FB8B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0FECA2-981E-4045-81E5-F5F6C72D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C586D1-2DC5-0B40-23A7-7E14C757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5605358" cy="87201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0A93F-D6BF-9D87-D69F-2C8448D5B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779" y="1688123"/>
            <a:ext cx="6382973" cy="482870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Domain wide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block of SID value for every object created in AD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SID values are unique and not repeated within the same forest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moving objects from one domain to another within a forest</a:t>
            </a:r>
          </a:p>
        </p:txBody>
      </p:sp>
      <p:pic>
        <p:nvPicPr>
          <p:cNvPr id="5" name="Picture 4" descr="Interior of dark warehouse">
            <a:extLst>
              <a:ext uri="{FF2B5EF4-FFF2-40B4-BE49-F238E27FC236}">
                <a16:creationId xmlns:a16="http://schemas.microsoft.com/office/drawing/2014/main" id="{576BD7A4-6782-CCF3-0BB1-89F09DC3DD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54" r="24907"/>
          <a:stretch/>
        </p:blipFill>
        <p:spPr>
          <a:xfrm>
            <a:off x="7188594" y="10"/>
            <a:ext cx="5003406" cy="6857990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741948F9-C525-410D-9F0C-63EA1E0F3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59C11362-4204-47B3-85DC-7A22A1E30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FD42FE5-B58A-4613-8A3B-D0120D21B6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A861743-3DF1-47A2-8CFF-99A470A9DC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F3A9B8B-EB41-4F45-8831-A7B5D41E05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659F99D-ACED-471C-8BAC-73C596DDAB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C603F71-A3F3-49F0-A292-573F37EB6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B6F9021-2B6B-4252-AC9D-30C1A2C98D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875012E-B86B-411F-B93B-A69ED6D20B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FB9C5D7-2BF3-4748-9582-FF22361FA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6577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9C6A6A21-4C17-4D70-902F-429763934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680322C-01BD-4DDE-8667-A1C82E341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0CD4D67-14DF-4C2D-B42C-0532C55A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A40E032-134E-4905-9B38-5C5D53B86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DAE0B8-3872-45CE-8EF9-412CDEC3C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FDCF74-E06B-4837-A10F-033EE637D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4BADACF-06C7-4B5D-A714-089786B51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2BFF042-59B9-4F74-8514-96C43FB8B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0FECA2-981E-4045-81E5-F5F6C72D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283E79-D321-9A51-83B5-F41A5C1E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0345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PDC Emulator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5565A-E528-E3D2-8F4B-70B6B324A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779" y="1969478"/>
            <a:ext cx="6382973" cy="470815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Domain wide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authentication requests, changing passwords, and managing group policy objects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responsible for Time Synchronization between all windows-based computers within the enterprise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2C8097A4-DA27-13E7-A215-88C75FE2FE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85" r="29016" b="-1"/>
          <a:stretch/>
        </p:blipFill>
        <p:spPr>
          <a:xfrm>
            <a:off x="7188594" y="10"/>
            <a:ext cx="5003406" cy="6857990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741948F9-C525-410D-9F0C-63EA1E0F3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59C11362-4204-47B3-85DC-7A22A1E30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FD42FE5-B58A-4613-8A3B-D0120D21B6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A861743-3DF1-47A2-8CFF-99A470A9DC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F3A9B8B-EB41-4F45-8831-A7B5D41E05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659F99D-ACED-471C-8BAC-73C596DDAB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C603F71-A3F3-49F0-A292-573F37EB6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B6F9021-2B6B-4252-AC9D-30C1A2C98D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875012E-B86B-411F-B93B-A69ED6D20B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FB9C5D7-2BF3-4748-9582-FF22361FA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249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BFC6891-CBA5-427E-98AC-BF56BB033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8851D-A3B0-EAC2-0B17-83930641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4087571"/>
            <a:ext cx="4795282" cy="2031941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Master</a:t>
            </a:r>
          </a:p>
        </p:txBody>
      </p:sp>
      <p:grpSp>
        <p:nvGrpSpPr>
          <p:cNvPr id="46" name="Bottom RIght">
            <a:extLst>
              <a:ext uri="{FF2B5EF4-FFF2-40B4-BE49-F238E27FC236}">
                <a16:creationId xmlns:a16="http://schemas.microsoft.com/office/drawing/2014/main" id="{F4436A75-A020-494B-B70E-85CBD21EA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D9AC34A-4733-4246-B384-5BBE066AB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48" name="Graphic 157">
              <a:extLst>
                <a:ext uri="{FF2B5EF4-FFF2-40B4-BE49-F238E27FC236}">
                  <a16:creationId xmlns:a16="http://schemas.microsoft.com/office/drawing/2014/main" id="{C84724B9-1248-4CA6-931C-9B9E63004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C9DE4C6-CB01-4D68-93A6-8607C5D238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59DA521-D2B0-460E-983D-FAE00EFB20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9CECFA9-7A18-4264-BC92-C7C99477A7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01834A6-ABDA-4C9E-A44A-7D52EEDBE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3B3C39CA-57CB-43E8-89BC-497ECBAFB6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B05384B-92F3-4CC1-8748-7BFCD27B7B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7E4B4AC-919A-46C3-A98F-B36F103A2D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B61039B-1FD3-401E-83AC-C05C971D1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6" name="Picture 55" descr="Sphere of mesh and nodes">
            <a:extLst>
              <a:ext uri="{FF2B5EF4-FFF2-40B4-BE49-F238E27FC236}">
                <a16:creationId xmlns:a16="http://schemas.microsoft.com/office/drawing/2014/main" id="{1AF38201-9B78-3F08-B0C6-427C09C4D7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997" r="-2" b="36641"/>
          <a:stretch/>
        </p:blipFill>
        <p:spPr>
          <a:xfrm>
            <a:off x="619840" y="10"/>
            <a:ext cx="11084189" cy="3854020"/>
          </a:xfrm>
          <a:custGeom>
            <a:avLst/>
            <a:gdLst/>
            <a:ahLst/>
            <a:cxnLst/>
            <a:rect l="l" t="t" r="r" b="b"/>
            <a:pathLst>
              <a:path w="11084189" h="3854030">
                <a:moveTo>
                  <a:pt x="0" y="0"/>
                </a:moveTo>
                <a:lnTo>
                  <a:pt x="11084189" y="0"/>
                </a:lnTo>
                <a:lnTo>
                  <a:pt x="11061526" y="105743"/>
                </a:lnTo>
                <a:cubicBezTo>
                  <a:pt x="10536187" y="2244886"/>
                  <a:pt x="8264669" y="3854030"/>
                  <a:pt x="5542096" y="3854030"/>
                </a:cubicBezTo>
                <a:cubicBezTo>
                  <a:pt x="2819521" y="3854030"/>
                  <a:pt x="548003" y="2244886"/>
                  <a:pt x="22664" y="105743"/>
                </a:cubicBezTo>
                <a:close/>
              </a:path>
            </a:pathLst>
          </a:custGeom>
        </p:spPr>
      </p:pic>
      <p:grpSp>
        <p:nvGrpSpPr>
          <p:cNvPr id="57" name="Top Left">
            <a:extLst>
              <a:ext uri="{FF2B5EF4-FFF2-40B4-BE49-F238E27FC236}">
                <a16:creationId xmlns:a16="http://schemas.microsoft.com/office/drawing/2014/main" id="{DB8ED0A1-FF45-4EE6-ADE8-2F2ED0D39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1A8A514-3FF4-4ADA-AF55-B44C969B5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EDA4578-CC87-43DF-B783-3B5D770C3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B4F1C15-5B2E-483A-AA12-C47B50007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EF72001-4788-44E6-8592-7099340CA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A8C8919-696C-4290-B3EE-DDC5EDA43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37F8271-7580-41CA-B352-6393A3EA87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E1B97F8-5B65-43A1-9BC3-FEF0AD7C7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7045683A-45CD-3F43-58AD-AC394ACF3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2" y="4088049"/>
            <a:ext cx="5741890" cy="2428784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Domain wide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to update the group membership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for multi-domain environments but NOT  required for single-domain environments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updating the SID and Distinguished Name (DN) in a cross-domain object reference</a:t>
            </a:r>
          </a:p>
        </p:txBody>
      </p:sp>
    </p:spTree>
    <p:extLst>
      <p:ext uri="{BB962C8B-B14F-4D97-AF65-F5344CB8AC3E}">
        <p14:creationId xmlns:p14="http://schemas.microsoft.com/office/powerpoint/2010/main" val="3499153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FC6891-CBA5-427E-98AC-BF56BB033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49715-B939-C69D-98A2-02C68CB3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841" y="4087571"/>
            <a:ext cx="4327298" cy="2031941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 About FSMO</a:t>
            </a:r>
          </a:p>
        </p:txBody>
      </p:sp>
      <p:grpSp>
        <p:nvGrpSpPr>
          <p:cNvPr id="37" name="Bottom RIght">
            <a:extLst>
              <a:ext uri="{FF2B5EF4-FFF2-40B4-BE49-F238E27FC236}">
                <a16:creationId xmlns:a16="http://schemas.microsoft.com/office/drawing/2014/main" id="{F4436A75-A020-494B-B70E-85CBD21EA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D9AC34A-4733-4246-B384-5BBE066AB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8" name="Graphic 157">
              <a:extLst>
                <a:ext uri="{FF2B5EF4-FFF2-40B4-BE49-F238E27FC236}">
                  <a16:creationId xmlns:a16="http://schemas.microsoft.com/office/drawing/2014/main" id="{C84724B9-1248-4CA6-931C-9B9E63004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4C9DE4C6-CB01-4D68-93A6-8607C5D238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C59DA521-D2B0-460E-983D-FAE00EFB20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09CECFA9-7A18-4264-BC92-C7C99477A7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701834A6-ABDA-4C9E-A44A-7D52EEDBE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3B3C39CA-57CB-43E8-89BC-497ECBAFB6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B05384B-92F3-4CC1-8748-7BFCD27B7B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7E4B4AC-919A-46C3-A98F-B36F103A2D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61039B-1FD3-401E-83AC-C05C971D1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6" name="Picture 45" descr="An electronic circuit board in blue colour">
            <a:extLst>
              <a:ext uri="{FF2B5EF4-FFF2-40B4-BE49-F238E27FC236}">
                <a16:creationId xmlns:a16="http://schemas.microsoft.com/office/drawing/2014/main" id="{E91FD445-9354-011B-A20D-8F57C0779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210" r="-2" b="11699"/>
          <a:stretch/>
        </p:blipFill>
        <p:spPr>
          <a:xfrm>
            <a:off x="619840" y="10"/>
            <a:ext cx="11084189" cy="3854020"/>
          </a:xfrm>
          <a:custGeom>
            <a:avLst/>
            <a:gdLst/>
            <a:ahLst/>
            <a:cxnLst/>
            <a:rect l="l" t="t" r="r" b="b"/>
            <a:pathLst>
              <a:path w="11084189" h="3854030">
                <a:moveTo>
                  <a:pt x="0" y="0"/>
                </a:moveTo>
                <a:lnTo>
                  <a:pt x="11084189" y="0"/>
                </a:lnTo>
                <a:lnTo>
                  <a:pt x="11061526" y="105743"/>
                </a:lnTo>
                <a:cubicBezTo>
                  <a:pt x="10536187" y="2244886"/>
                  <a:pt x="8264669" y="3854030"/>
                  <a:pt x="5542096" y="3854030"/>
                </a:cubicBezTo>
                <a:cubicBezTo>
                  <a:pt x="2819521" y="3854030"/>
                  <a:pt x="548003" y="2244886"/>
                  <a:pt x="22664" y="105743"/>
                </a:cubicBezTo>
                <a:close/>
              </a:path>
            </a:pathLst>
          </a:custGeom>
        </p:spPr>
      </p:pic>
      <p:grpSp>
        <p:nvGrpSpPr>
          <p:cNvPr id="25" name="Top Left">
            <a:extLst>
              <a:ext uri="{FF2B5EF4-FFF2-40B4-BE49-F238E27FC236}">
                <a16:creationId xmlns:a16="http://schemas.microsoft.com/office/drawing/2014/main" id="{DB8ED0A1-FF45-4EE6-ADE8-2F2ED0D39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1A8A514-3FF4-4ADA-AF55-B44C969B5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EDA4578-CC87-43DF-B783-3B5D770C3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B4F1C15-5B2E-483A-AA12-C47B50007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EF72001-4788-44E6-8592-7099340CA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A8C8919-696C-4290-B3EE-DDC5EDA43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37F8271-7580-41CA-B352-6393A3EA87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E1B97F8-5B65-43A1-9BC3-FEF0AD7C7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26094-51FE-9CF5-7958-B8377481D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7139" y="4088049"/>
            <a:ext cx="6452939" cy="2589578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five roles can be installed on a single server or can be installed on five different servers as well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 states that all roles can be transferred or dispersed, resulting in flexible single master operation roles.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only have 1 Schema Master and 1 Domain Naming Master forest wide, but you can have multiple RID Master, PDC Emulators, and Infrastructure Master domain wide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split the FSMO roles between Domain Controllers</a:t>
            </a:r>
          </a:p>
        </p:txBody>
      </p:sp>
    </p:spTree>
    <p:extLst>
      <p:ext uri="{BB962C8B-B14F-4D97-AF65-F5344CB8AC3E}">
        <p14:creationId xmlns:p14="http://schemas.microsoft.com/office/powerpoint/2010/main" val="1254794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9C6A6A21-4C17-4D70-902F-429763934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680322C-01BD-4DDE-8667-A1C82E341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0CD4D67-14DF-4C2D-B42C-0532C55A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A40E032-134E-4905-9B38-5C5D53B86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DAE0B8-3872-45CE-8EF9-412CDEC3C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FDCF74-E06B-4837-A10F-033EE637D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4BADACF-06C7-4B5D-A714-089786B51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2BFF042-59B9-4F74-8514-96C43FB8B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0FECA2-981E-4045-81E5-F5F6C72D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530C8B-17FC-AE09-1E83-A1FF6CD99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66457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to Verify The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C82BB-69C3-F462-07E7-0EAEB6907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5" y="2384474"/>
            <a:ext cx="5604997" cy="372861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about FSMO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Replication on Domain Controller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AD Replication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Which DC the Computer and Server is Connected to </a:t>
            </a:r>
          </a:p>
        </p:txBody>
      </p:sp>
      <p:pic>
        <p:nvPicPr>
          <p:cNvPr id="5" name="Picture 4" descr="CPU with binary numbers and blueprint">
            <a:extLst>
              <a:ext uri="{FF2B5EF4-FFF2-40B4-BE49-F238E27FC236}">
                <a16:creationId xmlns:a16="http://schemas.microsoft.com/office/drawing/2014/main" id="{E64209B5-6AEE-B401-FCBA-A6511849A4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431" r="26531"/>
          <a:stretch/>
        </p:blipFill>
        <p:spPr>
          <a:xfrm>
            <a:off x="7188594" y="10"/>
            <a:ext cx="5003406" cy="6857990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741948F9-C525-410D-9F0C-63EA1E0F3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59C11362-4204-47B3-85DC-7A22A1E30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FD42FE5-B58A-4613-8A3B-D0120D21B6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A861743-3DF1-47A2-8CFF-99A470A9DC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F3A9B8B-EB41-4F45-8831-A7B5D41E05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659F99D-ACED-471C-8BAC-73C596DDAB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C603F71-A3F3-49F0-A292-573F37EB6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B6F9021-2B6B-4252-AC9D-30C1A2C98D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875012E-B86B-411F-B93B-A69ED6D20B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FB9C5D7-2BF3-4748-9582-FF22361FA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0297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E12301-1C96-4D15-9838-D5B894B22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paper ship leading among white ships">
            <a:extLst>
              <a:ext uri="{FF2B5EF4-FFF2-40B4-BE49-F238E27FC236}">
                <a16:creationId xmlns:a16="http://schemas.microsoft.com/office/drawing/2014/main" id="{F4ACDE1D-26CF-902A-3176-78C771A31B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5726" r="-1" b="-1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15" name="Top Left">
            <a:extLst>
              <a:ext uri="{FF2B5EF4-FFF2-40B4-BE49-F238E27FC236}">
                <a16:creationId xmlns:a16="http://schemas.microsoft.com/office/drawing/2014/main" id="{D7A5FD75-4B35-4162-9304-569491255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5107DF9-40C8-458E-82E1-523137E7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BD83295-4F37-4B80-AF77-1798FB80C5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888C74-4F56-4347-8944-E676A3C89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69429CD-28C1-4DC7-84AD-4421A0AC8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62D63CF-41E9-4561-A945-E199ABE75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C95C339-F16B-492F-903D-A6855F56E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85BC65A-0C9A-45A6-B18B-5E020CE983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3C3E8F-E7B4-7D03-B066-4AC11927F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6066"/>
            <a:ext cx="4795282" cy="501822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About FSMO Roles</a:t>
            </a:r>
          </a:p>
        </p:txBody>
      </p:sp>
      <p:grpSp>
        <p:nvGrpSpPr>
          <p:cNvPr id="24" name="Bottom Right">
            <a:extLst>
              <a:ext uri="{FF2B5EF4-FFF2-40B4-BE49-F238E27FC236}">
                <a16:creationId xmlns:a16="http://schemas.microsoft.com/office/drawing/2014/main" id="{34676384-D846-461C-B8F3-BDB849B4A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5" name="Graphic 157">
              <a:extLst>
                <a:ext uri="{FF2B5EF4-FFF2-40B4-BE49-F238E27FC236}">
                  <a16:creationId xmlns:a16="http://schemas.microsoft.com/office/drawing/2014/main" id="{50480E57-05E0-42B6-8693-191B4E9CF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C989BD5-54F6-4747-83F1-81FCAEDAD8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D7EE029-E135-4899-AC49-78D6946CD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4C9494D7-A3EA-4A41-8910-6B6FE95E5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9E7F2B7-DEB2-4B2A-99F9-10622D09E1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DACD4DB-BAF5-43DD-8CC8-4200A16D66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532D7D7-91B4-4F7C-B38E-5BBD5F3B42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2B7428A0-A810-46D6-9CC7-2475B2DF6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C4A0E07-B9C5-49FB-B94A-B28D740C7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EB50B-2902-9384-FD77-1C487960A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2" y="726538"/>
            <a:ext cx="4977905" cy="5017076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command is “</a:t>
            </a:r>
            <a:r>
              <a:rPr lang="en-US" sz="3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Netdom</a:t>
            </a: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query </a:t>
            </a:r>
            <a:r>
              <a:rPr lang="en-US" sz="3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fsmo</a:t>
            </a: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command shows which DC is holding what FSMO role</a:t>
            </a:r>
          </a:p>
        </p:txBody>
      </p:sp>
    </p:spTree>
    <p:extLst>
      <p:ext uri="{BB962C8B-B14F-4D97-AF65-F5344CB8AC3E}">
        <p14:creationId xmlns:p14="http://schemas.microsoft.com/office/powerpoint/2010/main" val="85782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0472A36C-8D48-42A9-9B72-88F9C5B9A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9DE210-AC97-4A3F-8DB7-55E5C12F38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CD0824-5E6C-428F-B22D-6A0878B517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96C311B-1151-4C8F-BF7C-8963C32BB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74E0BA7-3382-44A6-818F-0FE85F0BB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F5D2D72-8B9D-4345-979E-77EBE73DD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77A7DBA-D3D7-4414-9709-281D70141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F5056F-D836-46AB-917A-19BF9554B5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C8BC1F3-24CB-49CD-BAF4-8944E0542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FA953E9F-25D1-4789-9B1D-51F868DA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E4C1EBF5-5C37-4674-912E-1B0742EA9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35ECC46-29DB-4BC5-91B6-A3D64F0E0C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075BB92-C6AE-48B1-8134-8F4B803AEF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436EFDCD-16B3-4018-824F-9334CF06C3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413EE5C-6FB3-4AD8-8FAC-70402475DD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F21438AC-08A0-474D-ACE1-3F9F50FF7B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5127B7B-B2FF-4A7F-8008-0BA09E66AD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28FE3C7-ED16-40E2-B02A-F242C2091C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0660A8B-0D81-4C62-B8B3-AD8CAE9FA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E1ED34D-F0A9-B90B-1FAB-171FD8C77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407" y="559813"/>
            <a:ext cx="4161385" cy="5577934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Replication on Domain Controller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78B26E-35A9-5914-32A8-4B61CF179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18583"/>
              </p:ext>
            </p:extLst>
          </p:nvPr>
        </p:nvGraphicFramePr>
        <p:xfrm>
          <a:off x="585012" y="341166"/>
          <a:ext cx="6411054" cy="5803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759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F617FC-A14E-4062-D664-5F467DF7A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390807" cy="16645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>
                <a:latin typeface="Times New Roman" panose="02020603050405020304" pitchFamily="18" charset="0"/>
                <a:cs typeface="Times New Roman" panose="02020603050405020304" pitchFamily="18" charset="0"/>
              </a:rPr>
              <a:t>Verify Active Directory Replication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C9835-BEC4-C5D1-22F7-130E48881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779" y="2384474"/>
            <a:ext cx="5168501" cy="42931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command is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readmin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showrepl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command is used to verify the eddy replication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verify the replication between different domain controllers in the same forest</a:t>
            </a:r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9E3E5CDF-D49B-7E8A-43FA-E9DDB23F19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65" r="3933" b="-1"/>
          <a:stretch/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8610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4F92CD0-03F9-FDA5-1B1A-E5050674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390807" cy="16645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>
                <a:latin typeface="Times New Roman" panose="02020603050405020304" pitchFamily="18" charset="0"/>
                <a:cs typeface="Times New Roman" panose="02020603050405020304" pitchFamily="18" charset="0"/>
              </a:rPr>
              <a:t>Which Domain Controller Is Connected to 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DBC42-3FD9-3B68-6B5F-ABA90ED49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112" y="2384474"/>
            <a:ext cx="5063168" cy="413235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command is “echo %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logonserver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%”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command is used to see what Domain Controller and/or Server is connected to the computer</a:t>
            </a:r>
          </a:p>
        </p:txBody>
      </p:sp>
      <p:pic>
        <p:nvPicPr>
          <p:cNvPr id="5" name="Picture 4" descr="Close-up of a server network panel with lights and cables">
            <a:extLst>
              <a:ext uri="{FF2B5EF4-FFF2-40B4-BE49-F238E27FC236}">
                <a16:creationId xmlns:a16="http://schemas.microsoft.com/office/drawing/2014/main" id="{E2627E3C-74B0-CF37-ACCF-27D0EA162A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8" r="37090" b="-1"/>
          <a:stretch/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5166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4" name="Top Left">
            <a:extLst>
              <a:ext uri="{FF2B5EF4-FFF2-40B4-BE49-F238E27FC236}">
                <a16:creationId xmlns:a16="http://schemas.microsoft.com/office/drawing/2014/main" id="{9C6A6A21-4C17-4D70-902F-429763934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680322C-01BD-4DDE-8667-A1C82E341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0CD4D67-14DF-4C2D-B42C-0532C55A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4A40E032-134E-4905-9B38-5C5D53B86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25DAE0B8-3872-45CE-8EF9-412CDEC3C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3FDCF74-E06B-4837-A10F-033EE637D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4BADACF-06C7-4B5D-A714-089786B51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2BFF042-59B9-4F74-8514-96C43FB8B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70FECA2-981E-4045-81E5-F5F6C72D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97D74F2-F258-A7B6-9C9C-AC8DB25F1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5605358" cy="108141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FSMO Important</a:t>
            </a:r>
          </a:p>
        </p:txBody>
      </p:sp>
      <p:graphicFrame>
        <p:nvGraphicFramePr>
          <p:cNvPr id="123" name="Content Placeholder 2">
            <a:extLst>
              <a:ext uri="{FF2B5EF4-FFF2-40B4-BE49-F238E27FC236}">
                <a16:creationId xmlns:a16="http://schemas.microsoft.com/office/drawing/2014/main" id="{77CE6C48-428B-AD95-B562-B7D5011A2A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823696"/>
              </p:ext>
            </p:extLst>
          </p:nvPr>
        </p:nvGraphicFramePr>
        <p:xfrm>
          <a:off x="513112" y="1875692"/>
          <a:ext cx="6455205" cy="4801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EA1C6534-AD33-5432-AC1F-303ABDB0C31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0623" r="20678" b="-1"/>
          <a:stretch/>
        </p:blipFill>
        <p:spPr>
          <a:xfrm>
            <a:off x="7188594" y="10"/>
            <a:ext cx="5003406" cy="6857990"/>
          </a:xfrm>
          <a:prstGeom prst="rect">
            <a:avLst/>
          </a:prstGeom>
        </p:spPr>
      </p:pic>
      <p:grpSp>
        <p:nvGrpSpPr>
          <p:cNvPr id="124" name="Bottom Right">
            <a:extLst>
              <a:ext uri="{FF2B5EF4-FFF2-40B4-BE49-F238E27FC236}">
                <a16:creationId xmlns:a16="http://schemas.microsoft.com/office/drawing/2014/main" id="{741948F9-C525-410D-9F0C-63EA1E0F3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25" name="Graphic 157">
              <a:extLst>
                <a:ext uri="{FF2B5EF4-FFF2-40B4-BE49-F238E27FC236}">
                  <a16:creationId xmlns:a16="http://schemas.microsoft.com/office/drawing/2014/main" id="{59C11362-4204-47B3-85DC-7A22A1E30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DFD42FE5-B58A-4613-8A3B-D0120D21B6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5A861743-3DF1-47A2-8CFF-99A470A9DC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9F3A9B8B-EB41-4F45-8831-A7B5D41E05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D659F99D-ACED-471C-8BAC-73C596DDAB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AC603F71-A3F3-49F0-A292-573F37EB6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FB6F9021-2B6B-4252-AC9D-30C1A2C98D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7875012E-B86B-411F-B93B-A69ED6D20B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FFB9C5D7-2BF3-4748-9582-FF22361FA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457515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AnalogousFromDarkSeedLeftStep">
      <a:dk1>
        <a:srgbClr val="000000"/>
      </a:dk1>
      <a:lt1>
        <a:srgbClr val="FFFFFF"/>
      </a:lt1>
      <a:dk2>
        <a:srgbClr val="2F1D1B"/>
      </a:dk2>
      <a:lt2>
        <a:srgbClr val="F0F3F3"/>
      </a:lt2>
      <a:accent1>
        <a:srgbClr val="C35B4D"/>
      </a:accent1>
      <a:accent2>
        <a:srgbClr val="B13B5E"/>
      </a:accent2>
      <a:accent3>
        <a:srgbClr val="C34DA2"/>
      </a:accent3>
      <a:accent4>
        <a:srgbClr val="A23BB1"/>
      </a:accent4>
      <a:accent5>
        <a:srgbClr val="824DC3"/>
      </a:accent5>
      <a:accent6>
        <a:srgbClr val="4440B4"/>
      </a:accent6>
      <a:hlink>
        <a:srgbClr val="8E3FBF"/>
      </a:hlink>
      <a:folHlink>
        <a:srgbClr val="7F7F7F"/>
      </a:folHlink>
    </a:clrScheme>
    <a:fontScheme name="Custom 23">
      <a:majorFont>
        <a:latin typeface="Sagona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638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Avenir Next LT Pro</vt:lpstr>
      <vt:lpstr>AvenirNext LT Pro Medium</vt:lpstr>
      <vt:lpstr>Sagona Book</vt:lpstr>
      <vt:lpstr>Times New Roman</vt:lpstr>
      <vt:lpstr>ExploreVTI</vt:lpstr>
      <vt:lpstr>FSMO Roles In Active Directory</vt:lpstr>
      <vt:lpstr>Active Directory</vt:lpstr>
      <vt:lpstr>FSMO Roles</vt:lpstr>
      <vt:lpstr>Schema Master</vt:lpstr>
      <vt:lpstr>Domain Naming Master</vt:lpstr>
      <vt:lpstr>RID Master</vt:lpstr>
      <vt:lpstr>PDC Emulator</vt:lpstr>
      <vt:lpstr>Infrastructure Master</vt:lpstr>
      <vt:lpstr>Info About FSMO</vt:lpstr>
      <vt:lpstr>Commands to Verify The Details</vt:lpstr>
      <vt:lpstr>Details About FSMO Roles</vt:lpstr>
      <vt:lpstr>Force Replication on Domain Controller</vt:lpstr>
      <vt:lpstr>Verify Active Directory Replication</vt:lpstr>
      <vt:lpstr>Which Domain Controller Is Connected to What</vt:lpstr>
      <vt:lpstr>Why Is FSMO Important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FSMO Roles In Active Directory</dc:title>
  <dc:creator>Marcus youngwavy</dc:creator>
  <cp:lastModifiedBy>Marcus youngwavy</cp:lastModifiedBy>
  <cp:revision>1</cp:revision>
  <dcterms:created xsi:type="dcterms:W3CDTF">2024-02-18T23:27:50Z</dcterms:created>
  <dcterms:modified xsi:type="dcterms:W3CDTF">2024-02-19T00:59:53Z</dcterms:modified>
</cp:coreProperties>
</file>